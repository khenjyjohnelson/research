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360" autoAdjust="0"/>
  </p:normalViewPr>
  <p:slideViewPr>
    <p:cSldViewPr snapToGrid="0">
      <p:cViewPr varScale="1">
        <p:scale>
          <a:sx n="62" d="100"/>
          <a:sy n="62" d="100"/>
        </p:scale>
        <p:origin x="8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D54FF2-CCEE-43F9-AF0C-7021E8F7D660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0AB68-B309-4E68-8CA5-23AAB2E14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2: 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Overview of the Topic</a:t>
            </a:r>
            <a:r>
              <a:rPr lang="en-US" dirty="0"/>
              <a:t>: Introduce POSTMAN and its potential impact on dynamic programming.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Importance and Relevance</a:t>
            </a:r>
            <a:r>
              <a:rPr lang="en-US" dirty="0"/>
              <a:t>: Explain why this topic is significant in modern software development.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0AB68-B309-4E68-8CA5-23AAB2E14E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65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3: Literature Review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Summary of Key Sources</a:t>
            </a:r>
            <a:r>
              <a:rPr lang="en-US" dirty="0"/>
              <a:t>: Highlight important research on dynamic programming techniques and POSTMAN.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Identified Gaps</a:t>
            </a:r>
            <a:r>
              <a:rPr lang="en-US" dirty="0"/>
              <a:t>: Discuss the gaps in existing literature that this study aims to fill.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0AB68-B309-4E68-8CA5-23AAB2E14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6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4: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Collection Techniques</a:t>
            </a:r>
            <a:r>
              <a:rPr lang="en-US" dirty="0"/>
              <a:t>: Describe the interviews, case studies, and surveys used in the study.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Justification and Potential Pitfalls</a:t>
            </a:r>
            <a:r>
              <a:rPr lang="en-US" dirty="0"/>
              <a:t>: Explain why these methods were chosen and how potential issues were addressed.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0AB68-B309-4E68-8CA5-23AAB2E14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96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5: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Findings</a:t>
            </a:r>
            <a:r>
              <a:rPr lang="en-US" dirty="0"/>
              <a:t>: Present the main results from the surveys, interviews, and case studies.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Graphs and Tables</a:t>
            </a:r>
            <a:r>
              <a:rPr lang="en-US" dirty="0"/>
              <a:t>: Use visual aids to summarize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0AB68-B309-4E68-8CA5-23AAB2E14E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42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6: Discussion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Analysis of Results</a:t>
            </a:r>
            <a:r>
              <a:rPr lang="en-US" dirty="0"/>
              <a:t>: Discuss what the results indicate about POSTMAN's effectiveness.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Interpretation and Limitations</a:t>
            </a:r>
            <a:r>
              <a:rPr lang="en-US" dirty="0"/>
              <a:t>: Provide an interpretation of the findings and discuss any limitations.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0AB68-B309-4E68-8CA5-23AAB2E14E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2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7: 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Summary of Achievements</a:t>
            </a:r>
            <a:r>
              <a:rPr lang="en-US" dirty="0"/>
              <a:t>: Recap whether the survey objectives were achieved.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Limitations and Future Research</a:t>
            </a:r>
            <a:r>
              <a:rPr lang="en-US" dirty="0"/>
              <a:t>: Highlight the study’s limitations and suggest areas for future research.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0AB68-B309-4E68-8CA5-23AAB2E14E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6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8: Acknowledgments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Thanks to Contributors and Mentors</a:t>
            </a:r>
            <a:r>
              <a:rPr lang="en-US" dirty="0"/>
              <a:t>: Acknowledge those who supported the project, including Pak </a:t>
            </a:r>
            <a:r>
              <a:rPr lang="en-US" dirty="0" err="1"/>
              <a:t>Yodi</a:t>
            </a:r>
            <a:r>
              <a:rPr lang="en-US" dirty="0"/>
              <a:t>, </a:t>
            </a:r>
            <a:r>
              <a:rPr lang="en-US" dirty="0" err="1"/>
              <a:t>Ehren</a:t>
            </a:r>
            <a:r>
              <a:rPr lang="en-US" dirty="0"/>
              <a:t> </a:t>
            </a:r>
            <a:r>
              <a:rPr lang="en-US" dirty="0" err="1"/>
              <a:t>Visteano</a:t>
            </a:r>
            <a:r>
              <a:rPr lang="en-US" dirty="0"/>
              <a:t>, Ko William, and others.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0AB68-B309-4E68-8CA5-23AAB2E14E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55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9: 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References Cited</a:t>
            </a:r>
            <a:r>
              <a:rPr lang="en-US" dirty="0"/>
              <a:t>: List important references used in the report.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0AB68-B309-4E68-8CA5-23AAB2E14E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32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10: Q&amp;A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Open Floor for Questions and Feedback</a:t>
            </a:r>
            <a:r>
              <a:rPr lang="en-US" dirty="0"/>
              <a:t>: Invite the audience to ask questions and provide feedback.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0AB68-B309-4E68-8CA5-23AAB2E14E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69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67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9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7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63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3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8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89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68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37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56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40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1804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63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18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7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86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1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B842AF9-D33E-4521-BBDA-3E5B65AB57D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A94A-36EF-4864-8B1D-251A89031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790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.postman.com/docs/sending-requests/variables/variable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unity.postman.com/t/how-to-set-and-get-dynamic-environmental-variable/7482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42C2-0A4E-F86D-CFA8-3DFE222F5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POSTMAN Environment to Make Dynamic Fields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54D98E-F7F5-B630-3B28-163FBE5DA9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D" dirty="0"/>
              <a:t>Khenjy Johnelson</a:t>
            </a:r>
          </a:p>
          <a:p>
            <a:r>
              <a:rPr lang="en-ID" dirty="0"/>
              <a:t>June 19</a:t>
            </a:r>
            <a:r>
              <a:rPr lang="en-ID" baseline="30000" dirty="0"/>
              <a:t>th</a:t>
            </a:r>
            <a:r>
              <a:rPr lang="en-ID" dirty="0"/>
              <a:t>, 2024</a:t>
            </a:r>
          </a:p>
          <a:p>
            <a:r>
              <a:rPr lang="en-ID" dirty="0"/>
              <a:t>Universitas Universal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343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6A0F0-7763-AA5C-2871-428A4BD23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Introduction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F70E1-2A9E-2E38-A99D-9BD6C7092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28199-63FA-F90C-B15A-35DAEA59F4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D" dirty="0"/>
              <a:t>POSTMAN is simply a web tester to test the security of a website. But I saw the potential impact behind it since it involved dynamic programming/</a:t>
            </a:r>
            <a:r>
              <a:rPr lang="en-ID" dirty="0" err="1"/>
              <a:t>softcoding</a:t>
            </a:r>
            <a:r>
              <a:rPr lang="en-ID" dirty="0"/>
              <a:t> that has been regarded a effective solution to hardcoding. 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3DEFD-F093-A0AB-8A68-A8EC64284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D" dirty="0"/>
              <a:t>Importance and Relevance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6C2CF-DD64-7838-9B60-EB1CD337555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D" dirty="0"/>
              <a:t>This topic is quite important in modern software development since it can saves the time of students who just want to create a website for their specific needs.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94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5EBE4-7EA6-8C11-3B0F-8E4632D5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Literature Review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ADED0-DA33-92C5-CDB2-C3ED69C67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Summary of Key Sources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F14FC6-6847-6E3B-33CA-6563DABA01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B6F145-924B-2A86-9B13-9862B69B58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D" dirty="0"/>
              <a:t>Identified Gaps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A43107F-9EF3-2751-A91F-F1D61E451E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D" dirty="0"/>
              <a:t>The gaps in this literature is the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41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5DBC-CAA0-9A69-8F9F-0A1FB4405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Methods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C77384-487B-8321-375E-AF48AF884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Data Collection Techniques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271EA1-2300-8DB9-8E4B-6B62B57033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D" dirty="0"/>
              <a:t>Interviews</a:t>
            </a:r>
          </a:p>
          <a:p>
            <a:r>
              <a:rPr lang="en-ID" dirty="0"/>
              <a:t>Case studies</a:t>
            </a:r>
          </a:p>
          <a:p>
            <a:r>
              <a:rPr lang="en-ID" dirty="0"/>
              <a:t>Surveys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58E5CE-016A-F2F9-CA52-A03C853DC2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D" dirty="0"/>
              <a:t>Justification and Potential Pitfalls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231D0AE-2107-7F48-9023-06C822E877E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D" dirty="0"/>
              <a:t>These methods are chosen because it’s ideal for researching something that has not been found before.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520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3509-C1FC-2019-06CD-D7C0C69DE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Results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2472D0-8551-B675-499C-86C6E6281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9FDF8-B2B8-C660-786F-04F56E568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D" dirty="0"/>
              <a:t>Key findings</a:t>
            </a:r>
          </a:p>
          <a:p>
            <a:pPr marL="342900" indent="-342900">
              <a:buAutoNum type="arabicPeriod"/>
            </a:pPr>
            <a:r>
              <a:rPr lang="en-ID" dirty="0"/>
              <a:t>The implementation of this technique saves early development time</a:t>
            </a:r>
          </a:p>
          <a:p>
            <a:pPr marL="342900" indent="-342900">
              <a:buAutoNum type="arabicPeriod"/>
            </a:pPr>
            <a:r>
              <a:rPr lang="en-ID" dirty="0"/>
              <a:t>Every variable is connected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551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BD711-2508-A96D-F585-980B21FDB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Discussion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6DF52-E1C2-EBC2-8CA7-26D94C4C0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Analysis of Results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D24F67-207B-C039-3A4A-B6503DA20C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D" dirty="0"/>
              <a:t>The results really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4A0030-9D71-DBCD-C1D3-39F886E4EE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D" dirty="0"/>
              <a:t>Interpretation and Limitations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D1DB4EA-FFC5-CD4F-57CE-C318C77600E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689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D30B-CF57-8C67-A337-12B52C9DB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Conclusion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D6019F-3739-4433-177D-9CA2A1EB1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Summary of Achievements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EC1075-5F5D-5133-5EC0-804C859CAF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D" dirty="0"/>
              <a:t>This technique has been proven by it’s creator as the right choice for initiating a website project.</a:t>
            </a:r>
            <a:endParaRPr lang="en-US" dirty="0"/>
          </a:p>
          <a:p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A16839-9D8E-DBA6-F14B-B0E06D38B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D" dirty="0"/>
              <a:t>Limitations &amp; Future Research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A789B36-B3FD-3C2C-DCC4-2B876FE3F0B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D" dirty="0"/>
              <a:t>Due to the limited amount of literature regarding this technique and it’s implementation on a web framework that can be called </a:t>
            </a:r>
            <a:r>
              <a:rPr lang="en-ID" dirty="0" err="1"/>
              <a:t>mediacore</a:t>
            </a:r>
            <a:r>
              <a:rPr lang="en-ID" dirty="0"/>
              <a:t>. There’s still need some research about the future of this technique and it’s implementations beyond </a:t>
            </a:r>
            <a:r>
              <a:rPr lang="en-ID" dirty="0" err="1"/>
              <a:t>Codeigniter</a:t>
            </a:r>
            <a:r>
              <a:rPr lang="en-ID" dirty="0"/>
              <a:t> framework.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62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548A9-EA7B-F790-8FEE-F2A19237F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Acknowledgements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1624-C5A1-7225-EECB-BA9A30755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Pak </a:t>
            </a:r>
            <a:r>
              <a:rPr lang="en-ID" dirty="0" err="1"/>
              <a:t>Yodi</a:t>
            </a:r>
            <a:endParaRPr lang="en-ID" dirty="0"/>
          </a:p>
          <a:p>
            <a:r>
              <a:rPr lang="en-ID" dirty="0" err="1"/>
              <a:t>Ehren</a:t>
            </a:r>
            <a:r>
              <a:rPr lang="en-ID" dirty="0"/>
              <a:t> </a:t>
            </a:r>
            <a:r>
              <a:rPr lang="en-ID" dirty="0" err="1"/>
              <a:t>Visteano</a:t>
            </a:r>
            <a:endParaRPr lang="en-ID" dirty="0"/>
          </a:p>
          <a:p>
            <a:r>
              <a:rPr lang="en-US" dirty="0"/>
              <a:t>William</a:t>
            </a:r>
          </a:p>
          <a:p>
            <a:r>
              <a:rPr lang="en-US" dirty="0"/>
              <a:t>Yuriko, Erwin, and others</a:t>
            </a:r>
          </a:p>
        </p:txBody>
      </p:sp>
    </p:spTree>
    <p:extLst>
      <p:ext uri="{BB962C8B-B14F-4D97-AF65-F5344CB8AC3E}">
        <p14:creationId xmlns:p14="http://schemas.microsoft.com/office/powerpoint/2010/main" val="2790142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C97E-D08E-834F-3582-D501F627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1D115-0EE7-3A27-ECDD-9E3CF83F2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https://learning.postman.com/docs/sending-requests/variables/variables/</a:t>
            </a:r>
            <a:endParaRPr lang="en-US" dirty="0"/>
          </a:p>
          <a:p>
            <a:r>
              <a:rPr lang="en-US" dirty="0">
                <a:hlinkClick r:id="rId4"/>
              </a:rPr>
              <a:t>https://community.postman.com/t/how-to-set-and-get-dynamic-environmental-variable/7482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928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62071-8CBB-6537-AADE-D25E923B7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Q&amp;A session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EDFD-438D-0698-00C7-429D1FBAE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054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744</TotalTime>
  <Words>556</Words>
  <Application>Microsoft Office PowerPoint</Application>
  <PresentationFormat>Widescreen</PresentationFormat>
  <Paragraphs>75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Ion</vt:lpstr>
      <vt:lpstr>Implementing POSTMAN Environment to Make Dynamic Fields</vt:lpstr>
      <vt:lpstr>Introduction</vt:lpstr>
      <vt:lpstr>Literature Review</vt:lpstr>
      <vt:lpstr>Methods</vt:lpstr>
      <vt:lpstr>Results</vt:lpstr>
      <vt:lpstr>Discussion</vt:lpstr>
      <vt:lpstr>Conclusion</vt:lpstr>
      <vt:lpstr>Acknowledgements</vt:lpstr>
      <vt:lpstr>References</vt:lpstr>
      <vt:lpstr>Q&amp;A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Khenjy Johnelson</dc:creator>
  <cp:lastModifiedBy>Khenjy Johnelson</cp:lastModifiedBy>
  <cp:revision>2</cp:revision>
  <dcterms:created xsi:type="dcterms:W3CDTF">2024-06-20T15:08:23Z</dcterms:created>
  <dcterms:modified xsi:type="dcterms:W3CDTF">2024-06-21T09:11:49Z</dcterms:modified>
</cp:coreProperties>
</file>