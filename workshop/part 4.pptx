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9" r:id="rId3"/>
    <p:sldId id="302" r:id="rId4"/>
    <p:sldId id="267" r:id="rId5"/>
    <p:sldId id="308" r:id="rId6"/>
    <p:sldId id="311" r:id="rId7"/>
    <p:sldId id="307" r:id="rId8"/>
    <p:sldId id="309" r:id="rId9"/>
    <p:sldId id="310" r:id="rId10"/>
    <p:sldId id="272" r:id="rId11"/>
    <p:sldId id="271" r:id="rId12"/>
    <p:sldId id="30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302"/>
          </p14:sldIdLst>
        </p14:section>
        <p14:section name="Variables and expressions" id="{18540104-702B-4601-AEBB-0C8D55167657}">
          <p14:sldIdLst>
            <p14:sldId id="267"/>
            <p14:sldId id="308"/>
            <p14:sldId id="311"/>
          </p14:sldIdLst>
        </p14:section>
        <p14:section name="Loops and conditionals" id="{5C4A7FEF-9EBD-479A-8476-DD1CF43A7D7A}">
          <p14:sldIdLst>
            <p14:sldId id="307"/>
            <p14:sldId id="309"/>
            <p14:sldId id="310"/>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*Core Features*</a:t>
            </a:r>
          </a:p>
          <a:p>
            <a:r>
              <a:rPr lang="en-US" dirty="0"/>
              <a:t>   - Variables and expressions</a:t>
            </a:r>
          </a:p>
          <a:p>
            <a:r>
              <a:rPr lang="en-US" dirty="0"/>
              <a:t>   - Loops and conditionals</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19279565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7/23/2024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dirty="0"/>
              <a:t>Part 2	: Introduction to web template</a:t>
            </a:r>
          </a:p>
          <a:p>
            <a:r>
              <a:rPr lang="en-ID" dirty="0"/>
              <a:t>Part 3	: Getting Started</a:t>
            </a:r>
          </a:p>
          <a:p>
            <a:r>
              <a:rPr lang="en-ID" b="1" dirty="0"/>
              <a:t>Part 4	: Core Features</a:t>
            </a:r>
          </a:p>
          <a:p>
            <a:r>
              <a:rPr lang="en-ID" dirty="0"/>
              <a:t>Part 5	: Advanced Topics</a:t>
            </a:r>
          </a:p>
          <a:p>
            <a:r>
              <a:rPr lang="en-ID" dirty="0"/>
              <a:t>Part 6	: Practical Application</a:t>
            </a:r>
          </a:p>
          <a:p>
            <a:r>
              <a:rPr lang="en-ID"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1D4EED-DD37-FA8A-BD46-6B2F4237C174}"/>
              </a:ext>
            </a:extLst>
          </p:cNvPr>
          <p:cNvSpPr>
            <a:spLocks noGrp="1"/>
          </p:cNvSpPr>
          <p:nvPr>
            <p:ph type="title"/>
          </p:nvPr>
        </p:nvSpPr>
        <p:spPr/>
        <p:txBody>
          <a:bodyPr/>
          <a:lstStyle/>
          <a:p>
            <a:r>
              <a:rPr lang="en-ID" dirty="0"/>
              <a:t>Core Features</a:t>
            </a:r>
            <a:endParaRPr lang="en-US" dirty="0"/>
          </a:p>
        </p:txBody>
      </p:sp>
      <p:sp>
        <p:nvSpPr>
          <p:cNvPr id="8" name="Text Placeholder 7">
            <a:extLst>
              <a:ext uri="{FF2B5EF4-FFF2-40B4-BE49-F238E27FC236}">
                <a16:creationId xmlns:a16="http://schemas.microsoft.com/office/drawing/2014/main" id="{9E9D38F6-BFB8-2AB4-93D6-7EFF29A8E6F5}"/>
              </a:ext>
            </a:extLst>
          </p:cNvPr>
          <p:cNvSpPr>
            <a:spLocks noGrp="1"/>
          </p:cNvSpPr>
          <p:nvPr>
            <p:ph type="body" idx="1"/>
          </p:nvPr>
        </p:nvSpPr>
        <p:spPr/>
        <p:txBody>
          <a:bodyPr/>
          <a:lstStyle/>
          <a:p>
            <a:r>
              <a:rPr lang="en-ID" dirty="0"/>
              <a:t>Variables and </a:t>
            </a:r>
            <a:r>
              <a:rPr lang="en-ID" dirty="0" err="1"/>
              <a:t>exressions</a:t>
            </a:r>
            <a:endParaRPr lang="en-ID" dirty="0"/>
          </a:p>
          <a:p>
            <a:r>
              <a:rPr lang="en-ID" dirty="0"/>
              <a:t>Loops and conditionals</a:t>
            </a:r>
            <a:endParaRPr lang="en-US" dirty="0"/>
          </a:p>
        </p:txBody>
      </p:sp>
    </p:spTree>
    <p:extLst>
      <p:ext uri="{BB962C8B-B14F-4D97-AF65-F5344CB8AC3E}">
        <p14:creationId xmlns:p14="http://schemas.microsoft.com/office/powerpoint/2010/main" val="2291000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FB29F-F430-4D02-204E-1A3BD826C5BF}"/>
              </a:ext>
            </a:extLst>
          </p:cNvPr>
          <p:cNvSpPr>
            <a:spLocks noGrp="1"/>
          </p:cNvSpPr>
          <p:nvPr>
            <p:ph type="title"/>
          </p:nvPr>
        </p:nvSpPr>
        <p:spPr/>
        <p:txBody>
          <a:bodyPr/>
          <a:lstStyle/>
          <a:p>
            <a:r>
              <a:rPr lang="en-ID" dirty="0"/>
              <a:t>Variables and expressions</a:t>
            </a:r>
            <a:endParaRPr lang="en-US" dirty="0"/>
          </a:p>
        </p:txBody>
      </p:sp>
      <p:sp>
        <p:nvSpPr>
          <p:cNvPr id="2" name="Text Placeholder 1">
            <a:extLst>
              <a:ext uri="{FF2B5EF4-FFF2-40B4-BE49-F238E27FC236}">
                <a16:creationId xmlns:a16="http://schemas.microsoft.com/office/drawing/2014/main" id="{A83A1973-DCD1-1D5D-C185-89A66328921F}"/>
              </a:ext>
            </a:extLst>
          </p:cNvPr>
          <p:cNvSpPr>
            <a:spLocks noGrp="1"/>
          </p:cNvSpPr>
          <p:nvPr>
            <p:ph type="body" idx="1"/>
          </p:nvPr>
        </p:nvSpPr>
        <p:spPr/>
        <p:txBody>
          <a:bodyPr/>
          <a:lstStyle/>
          <a:p>
            <a:r>
              <a:rPr lang="en-ID" dirty="0"/>
              <a:t>VARIABLES</a:t>
            </a:r>
          </a:p>
          <a:p>
            <a:r>
              <a:rPr lang="en-ID" dirty="0"/>
              <a:t>EXPRESSIONS</a:t>
            </a:r>
            <a:endParaRPr lang="en-US" dirty="0"/>
          </a:p>
        </p:txBody>
      </p:sp>
    </p:spTree>
    <p:extLst>
      <p:ext uri="{BB962C8B-B14F-4D97-AF65-F5344CB8AC3E}">
        <p14:creationId xmlns:p14="http://schemas.microsoft.com/office/powerpoint/2010/main" val="2816469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11DA23-F711-967B-82F4-46BBD2AD509A}"/>
              </a:ext>
            </a:extLst>
          </p:cNvPr>
          <p:cNvSpPr>
            <a:spLocks noGrp="1"/>
          </p:cNvSpPr>
          <p:nvPr>
            <p:ph type="title"/>
          </p:nvPr>
        </p:nvSpPr>
        <p:spPr/>
        <p:txBody>
          <a:bodyPr/>
          <a:lstStyle/>
          <a:p>
            <a:r>
              <a:rPr lang="en-ID" dirty="0"/>
              <a:t>Variables</a:t>
            </a:r>
            <a:endParaRPr lang="en-US" dirty="0"/>
          </a:p>
        </p:txBody>
      </p:sp>
      <p:sp>
        <p:nvSpPr>
          <p:cNvPr id="9" name="Text Placeholder 8">
            <a:extLst>
              <a:ext uri="{FF2B5EF4-FFF2-40B4-BE49-F238E27FC236}">
                <a16:creationId xmlns:a16="http://schemas.microsoft.com/office/drawing/2014/main" id="{62BC187F-1D94-E4AA-F085-546EB6D4F0AB}"/>
              </a:ext>
            </a:extLst>
          </p:cNvPr>
          <p:cNvSpPr>
            <a:spLocks noGrp="1"/>
          </p:cNvSpPr>
          <p:nvPr>
            <p:ph type="body" idx="1"/>
          </p:nvPr>
        </p:nvSpPr>
        <p:spPr/>
        <p:txBody>
          <a:bodyPr/>
          <a:lstStyle/>
          <a:p>
            <a:r>
              <a:rPr lang="en-ID" dirty="0"/>
              <a:t>Variables in controllers</a:t>
            </a:r>
            <a:endParaRPr lang="en-US" dirty="0"/>
          </a:p>
        </p:txBody>
      </p:sp>
      <p:sp>
        <p:nvSpPr>
          <p:cNvPr id="10" name="Text Placeholder 9">
            <a:extLst>
              <a:ext uri="{FF2B5EF4-FFF2-40B4-BE49-F238E27FC236}">
                <a16:creationId xmlns:a16="http://schemas.microsoft.com/office/drawing/2014/main" id="{95CBAB69-08D8-DBCE-897F-BEE61CD9B28B}"/>
              </a:ext>
            </a:extLst>
          </p:cNvPr>
          <p:cNvSpPr>
            <a:spLocks noGrp="1"/>
          </p:cNvSpPr>
          <p:nvPr>
            <p:ph type="body" sz="quarter" idx="3"/>
          </p:nvPr>
        </p:nvSpPr>
        <p:spPr/>
        <p:txBody>
          <a:bodyPr/>
          <a:lstStyle/>
          <a:p>
            <a:r>
              <a:rPr lang="en-ID" dirty="0"/>
              <a:t>Variables in views </a:t>
            </a:r>
            <a:endParaRPr lang="en-US" dirty="0"/>
          </a:p>
        </p:txBody>
      </p:sp>
      <p:pic>
        <p:nvPicPr>
          <p:cNvPr id="16" name="Content Placeholder 15">
            <a:extLst>
              <a:ext uri="{FF2B5EF4-FFF2-40B4-BE49-F238E27FC236}">
                <a16:creationId xmlns:a16="http://schemas.microsoft.com/office/drawing/2014/main" id="{EB548986-C497-C52D-A847-B38E6C8A4414}"/>
              </a:ext>
            </a:extLst>
          </p:cNvPr>
          <p:cNvPicPr>
            <a:picLocks noGrp="1" noChangeAspect="1"/>
          </p:cNvPicPr>
          <p:nvPr>
            <p:ph sz="quarter" idx="4"/>
          </p:nvPr>
        </p:nvPicPr>
        <p:blipFill>
          <a:blip r:embed="rId2"/>
          <a:stretch>
            <a:fillRect/>
          </a:stretch>
        </p:blipFill>
        <p:spPr>
          <a:xfrm>
            <a:off x="7101469" y="4042491"/>
            <a:ext cx="3038899" cy="1114581"/>
          </a:xfrm>
        </p:spPr>
      </p:pic>
      <p:pic>
        <p:nvPicPr>
          <p:cNvPr id="14" name="Content Placeholder 13">
            <a:extLst>
              <a:ext uri="{FF2B5EF4-FFF2-40B4-BE49-F238E27FC236}">
                <a16:creationId xmlns:a16="http://schemas.microsoft.com/office/drawing/2014/main" id="{0FC3CE55-4888-1094-8DA5-1DC237CD7C18}"/>
              </a:ext>
            </a:extLst>
          </p:cNvPr>
          <p:cNvPicPr>
            <a:picLocks noGrp="1" noChangeAspect="1"/>
          </p:cNvPicPr>
          <p:nvPr>
            <p:ph sz="half" idx="2"/>
          </p:nvPr>
        </p:nvPicPr>
        <p:blipFill>
          <a:blip r:embed="rId3"/>
          <a:stretch>
            <a:fillRect/>
          </a:stretch>
        </p:blipFill>
        <p:spPr>
          <a:xfrm>
            <a:off x="1996062" y="3975807"/>
            <a:ext cx="3143689" cy="1247949"/>
          </a:xfrm>
          <a:prstGeom prst="rect">
            <a:avLst/>
          </a:prstGeom>
        </p:spPr>
      </p:pic>
    </p:spTree>
    <p:extLst>
      <p:ext uri="{BB962C8B-B14F-4D97-AF65-F5344CB8AC3E}">
        <p14:creationId xmlns:p14="http://schemas.microsoft.com/office/powerpoint/2010/main" val="407426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FFAD-721B-C252-640E-0554F0F72537}"/>
              </a:ext>
            </a:extLst>
          </p:cNvPr>
          <p:cNvSpPr>
            <a:spLocks noGrp="1"/>
          </p:cNvSpPr>
          <p:nvPr>
            <p:ph type="title"/>
          </p:nvPr>
        </p:nvSpPr>
        <p:spPr/>
        <p:txBody>
          <a:bodyPr/>
          <a:lstStyle/>
          <a:p>
            <a:r>
              <a:rPr lang="en-ID" dirty="0"/>
              <a:t>Expressions</a:t>
            </a:r>
            <a:endParaRPr lang="en-US" dirty="0"/>
          </a:p>
        </p:txBody>
      </p:sp>
      <p:sp>
        <p:nvSpPr>
          <p:cNvPr id="4" name="Text Placeholder 3">
            <a:extLst>
              <a:ext uri="{FF2B5EF4-FFF2-40B4-BE49-F238E27FC236}">
                <a16:creationId xmlns:a16="http://schemas.microsoft.com/office/drawing/2014/main" id="{4C19CE04-E029-CC24-3CE4-485E790E994A}"/>
              </a:ext>
            </a:extLst>
          </p:cNvPr>
          <p:cNvSpPr>
            <a:spLocks noGrp="1"/>
          </p:cNvSpPr>
          <p:nvPr>
            <p:ph type="body" idx="1"/>
          </p:nvPr>
        </p:nvSpPr>
        <p:spPr/>
        <p:txBody>
          <a:bodyPr/>
          <a:lstStyle/>
          <a:p>
            <a:r>
              <a:rPr lang="en-ID" dirty="0"/>
              <a:t>Array</a:t>
            </a:r>
            <a:endParaRPr lang="en-US" dirty="0"/>
          </a:p>
        </p:txBody>
      </p:sp>
      <p:pic>
        <p:nvPicPr>
          <p:cNvPr id="9" name="Content Placeholder 8">
            <a:extLst>
              <a:ext uri="{FF2B5EF4-FFF2-40B4-BE49-F238E27FC236}">
                <a16:creationId xmlns:a16="http://schemas.microsoft.com/office/drawing/2014/main" id="{7C488E83-57FF-8490-AFFD-810E15E8E854}"/>
              </a:ext>
            </a:extLst>
          </p:cNvPr>
          <p:cNvPicPr>
            <a:picLocks noGrp="1" noChangeAspect="1"/>
          </p:cNvPicPr>
          <p:nvPr>
            <p:ph sz="half" idx="2"/>
          </p:nvPr>
        </p:nvPicPr>
        <p:blipFill>
          <a:blip r:embed="rId2"/>
          <a:stretch>
            <a:fillRect/>
          </a:stretch>
        </p:blipFill>
        <p:spPr>
          <a:xfrm>
            <a:off x="1155700" y="4157890"/>
            <a:ext cx="4824413" cy="883782"/>
          </a:xfrm>
        </p:spPr>
      </p:pic>
      <p:sp>
        <p:nvSpPr>
          <p:cNvPr id="6" name="Text Placeholder 5">
            <a:extLst>
              <a:ext uri="{FF2B5EF4-FFF2-40B4-BE49-F238E27FC236}">
                <a16:creationId xmlns:a16="http://schemas.microsoft.com/office/drawing/2014/main" id="{A0F434B5-735F-9023-6639-9F2A6CB3E3B0}"/>
              </a:ext>
            </a:extLst>
          </p:cNvPr>
          <p:cNvSpPr>
            <a:spLocks noGrp="1"/>
          </p:cNvSpPr>
          <p:nvPr>
            <p:ph type="body" sz="quarter" idx="3"/>
          </p:nvPr>
        </p:nvSpPr>
        <p:spPr/>
        <p:txBody>
          <a:bodyPr/>
          <a:lstStyle/>
          <a:p>
            <a:r>
              <a:rPr lang="en-ID" dirty="0"/>
              <a:t>Finding a number of days</a:t>
            </a:r>
            <a:endParaRPr lang="en-US" dirty="0"/>
          </a:p>
        </p:txBody>
      </p:sp>
      <p:pic>
        <p:nvPicPr>
          <p:cNvPr id="15" name="Content Placeholder 14">
            <a:extLst>
              <a:ext uri="{FF2B5EF4-FFF2-40B4-BE49-F238E27FC236}">
                <a16:creationId xmlns:a16="http://schemas.microsoft.com/office/drawing/2014/main" id="{29F87038-6FFE-B041-5571-32D785772EAD}"/>
              </a:ext>
            </a:extLst>
          </p:cNvPr>
          <p:cNvPicPr>
            <a:picLocks noGrp="1" noChangeAspect="1"/>
          </p:cNvPicPr>
          <p:nvPr>
            <p:ph sz="quarter" idx="4"/>
          </p:nvPr>
        </p:nvPicPr>
        <p:blipFill>
          <a:blip r:embed="rId3"/>
          <a:stretch>
            <a:fillRect/>
          </a:stretch>
        </p:blipFill>
        <p:spPr>
          <a:xfrm>
            <a:off x="6208713" y="4108831"/>
            <a:ext cx="4824412" cy="981901"/>
          </a:xfrm>
        </p:spPr>
      </p:pic>
    </p:spTree>
    <p:extLst>
      <p:ext uri="{BB962C8B-B14F-4D97-AF65-F5344CB8AC3E}">
        <p14:creationId xmlns:p14="http://schemas.microsoft.com/office/powerpoint/2010/main" val="1286645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DFF7-79E8-35E5-2A06-7863ED35AE45}"/>
              </a:ext>
            </a:extLst>
          </p:cNvPr>
          <p:cNvSpPr>
            <a:spLocks noGrp="1"/>
          </p:cNvSpPr>
          <p:nvPr>
            <p:ph type="title"/>
          </p:nvPr>
        </p:nvSpPr>
        <p:spPr/>
        <p:txBody>
          <a:bodyPr/>
          <a:lstStyle/>
          <a:p>
            <a:r>
              <a:rPr lang="en-ID" dirty="0"/>
              <a:t>Loops and conditionals</a:t>
            </a:r>
            <a:endParaRPr lang="en-US" dirty="0"/>
          </a:p>
        </p:txBody>
      </p:sp>
      <p:sp>
        <p:nvSpPr>
          <p:cNvPr id="4" name="Text Placeholder 3">
            <a:extLst>
              <a:ext uri="{FF2B5EF4-FFF2-40B4-BE49-F238E27FC236}">
                <a16:creationId xmlns:a16="http://schemas.microsoft.com/office/drawing/2014/main" id="{C68955F9-6C89-3E9A-F741-28CAEB451527}"/>
              </a:ext>
            </a:extLst>
          </p:cNvPr>
          <p:cNvSpPr>
            <a:spLocks noGrp="1"/>
          </p:cNvSpPr>
          <p:nvPr>
            <p:ph type="body" idx="1"/>
          </p:nvPr>
        </p:nvSpPr>
        <p:spPr/>
        <p:txBody>
          <a:bodyPr/>
          <a:lstStyle/>
          <a:p>
            <a:r>
              <a:rPr lang="en-ID" dirty="0"/>
              <a:t>FOREACH</a:t>
            </a:r>
            <a:endParaRPr lang="en-US" dirty="0"/>
          </a:p>
        </p:txBody>
      </p:sp>
    </p:spTree>
    <p:extLst>
      <p:ext uri="{BB962C8B-B14F-4D97-AF65-F5344CB8AC3E}">
        <p14:creationId xmlns:p14="http://schemas.microsoft.com/office/powerpoint/2010/main" val="3151088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FEDD84-2881-5CE4-B468-D6CF48C25E59}"/>
              </a:ext>
            </a:extLst>
          </p:cNvPr>
          <p:cNvSpPr>
            <a:spLocks noGrp="1"/>
          </p:cNvSpPr>
          <p:nvPr>
            <p:ph type="title"/>
          </p:nvPr>
        </p:nvSpPr>
        <p:spPr/>
        <p:txBody>
          <a:bodyPr/>
          <a:lstStyle/>
          <a:p>
            <a:r>
              <a:rPr lang="en-ID" dirty="0"/>
              <a:t>FOREACH</a:t>
            </a:r>
            <a:endParaRPr lang="en-US" dirty="0"/>
          </a:p>
        </p:txBody>
      </p:sp>
      <p:sp>
        <p:nvSpPr>
          <p:cNvPr id="5" name="Content Placeholder 4">
            <a:extLst>
              <a:ext uri="{FF2B5EF4-FFF2-40B4-BE49-F238E27FC236}">
                <a16:creationId xmlns:a16="http://schemas.microsoft.com/office/drawing/2014/main" id="{D13607E3-E4A8-7711-DD00-FABA2FBCBED8}"/>
              </a:ext>
            </a:extLst>
          </p:cNvPr>
          <p:cNvSpPr>
            <a:spLocks noGrp="1"/>
          </p:cNvSpPr>
          <p:nvPr>
            <p:ph sz="half" idx="1"/>
          </p:nvPr>
        </p:nvSpPr>
        <p:spPr/>
        <p:txBody>
          <a:bodyPr/>
          <a:lstStyle/>
          <a:p>
            <a:r>
              <a:rPr lang="en-ID" dirty="0"/>
              <a:t>FOREACH is used mostly in config, languages, controller and views, mainly serving as a way to generate tons of data from a source.</a:t>
            </a:r>
          </a:p>
          <a:p>
            <a:endParaRPr lang="en-US" dirty="0"/>
          </a:p>
          <a:p>
            <a:r>
              <a:rPr lang="en-ID" dirty="0"/>
              <a:t>Here’s an example of its usage on generating language words.</a:t>
            </a:r>
          </a:p>
        </p:txBody>
      </p:sp>
      <p:pic>
        <p:nvPicPr>
          <p:cNvPr id="8" name="Content Placeholder 7">
            <a:extLst>
              <a:ext uri="{FF2B5EF4-FFF2-40B4-BE49-F238E27FC236}">
                <a16:creationId xmlns:a16="http://schemas.microsoft.com/office/drawing/2014/main" id="{D488263F-C388-0F39-DA20-DD1CD4BA25E2}"/>
              </a:ext>
            </a:extLst>
          </p:cNvPr>
          <p:cNvPicPr>
            <a:picLocks noGrp="1" noChangeAspect="1"/>
          </p:cNvPicPr>
          <p:nvPr>
            <p:ph sz="half" idx="2"/>
          </p:nvPr>
        </p:nvPicPr>
        <p:blipFill>
          <a:blip r:embed="rId2"/>
          <a:stretch>
            <a:fillRect/>
          </a:stretch>
        </p:blipFill>
        <p:spPr>
          <a:xfrm>
            <a:off x="6212634" y="2985847"/>
            <a:ext cx="4824412" cy="2355044"/>
          </a:xfrm>
        </p:spPr>
      </p:pic>
    </p:spTree>
    <p:extLst>
      <p:ext uri="{BB962C8B-B14F-4D97-AF65-F5344CB8AC3E}">
        <p14:creationId xmlns:p14="http://schemas.microsoft.com/office/powerpoint/2010/main" val="3307048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C6767-591A-5F03-52E3-E7B187FA50E0}"/>
              </a:ext>
            </a:extLst>
          </p:cNvPr>
          <p:cNvSpPr>
            <a:spLocks noGrp="1"/>
          </p:cNvSpPr>
          <p:nvPr>
            <p:ph type="title"/>
          </p:nvPr>
        </p:nvSpPr>
        <p:spPr/>
        <p:txBody>
          <a:bodyPr/>
          <a:lstStyle/>
          <a:p>
            <a:r>
              <a:rPr lang="en-ID" dirty="0"/>
              <a:t>FOREACH</a:t>
            </a:r>
            <a:endParaRPr lang="en-US" dirty="0"/>
          </a:p>
        </p:txBody>
      </p:sp>
      <p:sp>
        <p:nvSpPr>
          <p:cNvPr id="5" name="Text Placeholder 4">
            <a:extLst>
              <a:ext uri="{FF2B5EF4-FFF2-40B4-BE49-F238E27FC236}">
                <a16:creationId xmlns:a16="http://schemas.microsoft.com/office/drawing/2014/main" id="{86DBF120-F168-1FE3-61D5-95DCD12F5EA2}"/>
              </a:ext>
            </a:extLst>
          </p:cNvPr>
          <p:cNvSpPr>
            <a:spLocks noGrp="1"/>
          </p:cNvSpPr>
          <p:nvPr>
            <p:ph type="body" idx="1"/>
          </p:nvPr>
        </p:nvSpPr>
        <p:spPr/>
        <p:txBody>
          <a:bodyPr/>
          <a:lstStyle/>
          <a:p>
            <a:r>
              <a:rPr lang="en-ID" dirty="0"/>
              <a:t>Usage in most table views</a:t>
            </a:r>
            <a:endParaRPr lang="en-US" dirty="0"/>
          </a:p>
        </p:txBody>
      </p:sp>
      <p:sp>
        <p:nvSpPr>
          <p:cNvPr id="7" name="Text Placeholder 6">
            <a:extLst>
              <a:ext uri="{FF2B5EF4-FFF2-40B4-BE49-F238E27FC236}">
                <a16:creationId xmlns:a16="http://schemas.microsoft.com/office/drawing/2014/main" id="{FCCD4420-9CFB-D9E0-C7C0-00E8B165ED82}"/>
              </a:ext>
            </a:extLst>
          </p:cNvPr>
          <p:cNvSpPr>
            <a:spLocks noGrp="1"/>
          </p:cNvSpPr>
          <p:nvPr>
            <p:ph type="body" sz="quarter" idx="3"/>
          </p:nvPr>
        </p:nvSpPr>
        <p:spPr/>
        <p:txBody>
          <a:bodyPr/>
          <a:lstStyle/>
          <a:p>
            <a:r>
              <a:rPr lang="en-ID" dirty="0"/>
              <a:t>Usage is routes</a:t>
            </a:r>
            <a:endParaRPr lang="en-US" dirty="0"/>
          </a:p>
        </p:txBody>
      </p:sp>
      <p:pic>
        <p:nvPicPr>
          <p:cNvPr id="10" name="Content Placeholder 9">
            <a:extLst>
              <a:ext uri="{FF2B5EF4-FFF2-40B4-BE49-F238E27FC236}">
                <a16:creationId xmlns:a16="http://schemas.microsoft.com/office/drawing/2014/main" id="{1ABDB080-ED18-26C8-06E0-B894C253C41E}"/>
              </a:ext>
            </a:extLst>
          </p:cNvPr>
          <p:cNvPicPr>
            <a:picLocks noGrp="1" noChangeAspect="1"/>
          </p:cNvPicPr>
          <p:nvPr>
            <p:ph sz="quarter" idx="4"/>
          </p:nvPr>
        </p:nvPicPr>
        <p:blipFill>
          <a:blip r:embed="rId2"/>
          <a:stretch>
            <a:fillRect/>
          </a:stretch>
        </p:blipFill>
        <p:spPr>
          <a:xfrm>
            <a:off x="6375114" y="3179763"/>
            <a:ext cx="4491610" cy="2840037"/>
          </a:xfrm>
        </p:spPr>
      </p:pic>
      <p:pic>
        <p:nvPicPr>
          <p:cNvPr id="16" name="Content Placeholder 15">
            <a:extLst>
              <a:ext uri="{FF2B5EF4-FFF2-40B4-BE49-F238E27FC236}">
                <a16:creationId xmlns:a16="http://schemas.microsoft.com/office/drawing/2014/main" id="{8393E420-1262-7F91-5BEB-A3D49042E565}"/>
              </a:ext>
            </a:extLst>
          </p:cNvPr>
          <p:cNvPicPr>
            <a:picLocks noGrp="1" noChangeAspect="1"/>
          </p:cNvPicPr>
          <p:nvPr>
            <p:ph sz="half" idx="2"/>
          </p:nvPr>
        </p:nvPicPr>
        <p:blipFill>
          <a:blip r:embed="rId3"/>
          <a:stretch>
            <a:fillRect/>
          </a:stretch>
        </p:blipFill>
        <p:spPr>
          <a:xfrm>
            <a:off x="1155700" y="3913463"/>
            <a:ext cx="4824413" cy="1372636"/>
          </a:xfrm>
          <a:prstGeom prst="rect">
            <a:avLst/>
          </a:prstGeom>
        </p:spPr>
      </p:pic>
    </p:spTree>
    <p:extLst>
      <p:ext uri="{BB962C8B-B14F-4D97-AF65-F5344CB8AC3E}">
        <p14:creationId xmlns:p14="http://schemas.microsoft.com/office/powerpoint/2010/main" val="697468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1392</TotalTime>
  <Words>911</Words>
  <Application>Microsoft Office PowerPoint</Application>
  <PresentationFormat>Widescreen</PresentationFormat>
  <Paragraphs>123</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Wingdings 3</vt:lpstr>
      <vt:lpstr>Ion Boardroom</vt:lpstr>
      <vt:lpstr>Omnitags Web Template System</vt:lpstr>
      <vt:lpstr>Outline</vt:lpstr>
      <vt:lpstr>Core Features</vt:lpstr>
      <vt:lpstr>Variables and expressions</vt:lpstr>
      <vt:lpstr>Variables</vt:lpstr>
      <vt:lpstr>Expressions</vt:lpstr>
      <vt:lpstr>Loops and conditionals</vt:lpstr>
      <vt:lpstr>FOREACH</vt:lpstr>
      <vt:lpstr>FOREACH</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8</cp:revision>
  <dcterms:created xsi:type="dcterms:W3CDTF">2024-07-20T00:45:46Z</dcterms:created>
  <dcterms:modified xsi:type="dcterms:W3CDTF">2024-07-23T12:41:19Z</dcterms:modified>
</cp:coreProperties>
</file>