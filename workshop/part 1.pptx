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69" r:id="rId3"/>
    <p:sldId id="307" r:id="rId4"/>
    <p:sldId id="309" r:id="rId5"/>
    <p:sldId id="257" r:id="rId6"/>
    <p:sldId id="274" r:id="rId7"/>
    <p:sldId id="310" r:id="rId8"/>
    <p:sldId id="311" r:id="rId9"/>
    <p:sldId id="272" r:id="rId10"/>
    <p:sldId id="271" r:id="rId11"/>
    <p:sldId id="30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 id="307"/>
          </p14:sldIdLst>
        </p14:section>
        <p14:section name="What is web template system" id="{E6781B3A-AE64-4F95-A1B5-9C029C12373B}">
          <p14:sldIdLst>
            <p14:sldId id="309"/>
            <p14:sldId id="257"/>
            <p14:sldId id="274"/>
          </p14:sldIdLst>
        </p14:section>
        <p14:section name="Benefits of using a template system" id="{D6C3E3DF-7E18-4F7A-9D81-C46001501C3E}">
          <p14:sldIdLst>
            <p14:sldId id="310"/>
            <p14:sldId id="311"/>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581" autoAdjust="0"/>
  </p:normalViewPr>
  <p:slideViewPr>
    <p:cSldViewPr snapToGrid="0">
      <p:cViewPr varScale="1">
        <p:scale>
          <a:sx n="52" d="100"/>
          <a:sy n="52" d="100"/>
        </p:scale>
        <p:origin x="122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E447EE9-9A9E-4921-B73D-E95FD704B33A}" type="slidenum">
              <a:rPr lang="en-US" smtClean="0"/>
              <a:t>5</a:t>
            </a:fld>
            <a:endParaRPr lang="en-US"/>
          </a:p>
        </p:txBody>
      </p:sp>
    </p:spTree>
    <p:extLst>
      <p:ext uri="{BB962C8B-B14F-4D97-AF65-F5344CB8AC3E}">
        <p14:creationId xmlns:p14="http://schemas.microsoft.com/office/powerpoint/2010/main" val="466128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E447EE9-9A9E-4921-B73D-E95FD704B33A}" type="slidenum">
              <a:rPr lang="en-US" smtClean="0"/>
              <a:t>6</a:t>
            </a:fld>
            <a:endParaRPr lang="en-US"/>
          </a:p>
        </p:txBody>
      </p:sp>
    </p:spTree>
    <p:extLst>
      <p:ext uri="{BB962C8B-B14F-4D97-AF65-F5344CB8AC3E}">
        <p14:creationId xmlns:p14="http://schemas.microsoft.com/office/powerpoint/2010/main" val="1912673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7/23/2024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b="1" dirty="0"/>
              <a:t>Part 1	: Preface</a:t>
            </a:r>
          </a:p>
          <a:p>
            <a:r>
              <a:rPr lang="en-ID" dirty="0"/>
              <a:t>Part 2	: Introduction to web template</a:t>
            </a:r>
          </a:p>
          <a:p>
            <a:r>
              <a:rPr lang="en-ID" dirty="0"/>
              <a:t>Part 3	: Getting Started</a:t>
            </a:r>
          </a:p>
          <a:p>
            <a:r>
              <a:rPr lang="en-ID" dirty="0"/>
              <a:t>Part 4	: Core Features</a:t>
            </a:r>
          </a:p>
          <a:p>
            <a:r>
              <a:rPr lang="en-ID" dirty="0"/>
              <a:t>Part 5	: Advanced Topics</a:t>
            </a:r>
          </a:p>
          <a:p>
            <a:r>
              <a:rPr lang="en-ID" dirty="0"/>
              <a:t>Part 6	: Practical Application</a:t>
            </a:r>
          </a:p>
          <a:p>
            <a:r>
              <a:rPr lang="en-ID" dirty="0"/>
              <a:t>Part 7	: Hands-On Workshop</a:t>
            </a:r>
          </a:p>
          <a:p>
            <a:r>
              <a:rPr lang="en-ID" dirty="0"/>
              <a:t>Part 8	: Q&amp;A and Discussion</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C498E6-95FD-ABC1-773B-C8B039F4CD98}"/>
              </a:ext>
            </a:extLst>
          </p:cNvPr>
          <p:cNvSpPr>
            <a:spLocks noGrp="1"/>
          </p:cNvSpPr>
          <p:nvPr>
            <p:ph type="title"/>
          </p:nvPr>
        </p:nvSpPr>
        <p:spPr/>
        <p:txBody>
          <a:bodyPr/>
          <a:lstStyle/>
          <a:p>
            <a:r>
              <a:rPr lang="en-ID" dirty="0"/>
              <a:t>Preface</a:t>
            </a:r>
            <a:endParaRPr lang="en-US" dirty="0"/>
          </a:p>
        </p:txBody>
      </p:sp>
      <p:sp>
        <p:nvSpPr>
          <p:cNvPr id="6" name="Text Placeholder 5">
            <a:extLst>
              <a:ext uri="{FF2B5EF4-FFF2-40B4-BE49-F238E27FC236}">
                <a16:creationId xmlns:a16="http://schemas.microsoft.com/office/drawing/2014/main" id="{C6EFBF5A-1319-D092-7624-3E0CF5FA313E}"/>
              </a:ext>
            </a:extLst>
          </p:cNvPr>
          <p:cNvSpPr>
            <a:spLocks noGrp="1"/>
          </p:cNvSpPr>
          <p:nvPr>
            <p:ph type="body" idx="1"/>
          </p:nvPr>
        </p:nvSpPr>
        <p:spPr/>
        <p:txBody>
          <a:bodyPr/>
          <a:lstStyle/>
          <a:p>
            <a:r>
              <a:rPr lang="en-ID" dirty="0"/>
              <a:t>What is web template system?</a:t>
            </a:r>
          </a:p>
          <a:p>
            <a:r>
              <a:rPr lang="en-ID" dirty="0"/>
              <a:t>Benefits of using web template system?</a:t>
            </a:r>
            <a:endParaRPr lang="en-US" dirty="0"/>
          </a:p>
        </p:txBody>
      </p:sp>
    </p:spTree>
    <p:extLst>
      <p:ext uri="{BB962C8B-B14F-4D97-AF65-F5344CB8AC3E}">
        <p14:creationId xmlns:p14="http://schemas.microsoft.com/office/powerpoint/2010/main" val="1888480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A33546-261F-E97E-03BC-455E02FE700E}"/>
              </a:ext>
            </a:extLst>
          </p:cNvPr>
          <p:cNvSpPr>
            <a:spLocks noGrp="1"/>
          </p:cNvSpPr>
          <p:nvPr>
            <p:ph type="title"/>
          </p:nvPr>
        </p:nvSpPr>
        <p:spPr/>
        <p:txBody>
          <a:bodyPr/>
          <a:lstStyle/>
          <a:p>
            <a:r>
              <a:rPr lang="en-ID" dirty="0"/>
              <a:t>What is web template system?</a:t>
            </a:r>
            <a:endParaRPr lang="en-US" dirty="0"/>
          </a:p>
        </p:txBody>
      </p:sp>
      <p:sp>
        <p:nvSpPr>
          <p:cNvPr id="6" name="Text Placeholder 5">
            <a:extLst>
              <a:ext uri="{FF2B5EF4-FFF2-40B4-BE49-F238E27FC236}">
                <a16:creationId xmlns:a16="http://schemas.microsoft.com/office/drawing/2014/main" id="{BB347139-694B-F538-F276-E117E0699D04}"/>
              </a:ext>
            </a:extLst>
          </p:cNvPr>
          <p:cNvSpPr>
            <a:spLocks noGrp="1"/>
          </p:cNvSpPr>
          <p:nvPr>
            <p:ph type="body" idx="1"/>
          </p:nvPr>
        </p:nvSpPr>
        <p:spPr/>
        <p:txBody>
          <a:bodyPr/>
          <a:lstStyle/>
          <a:p>
            <a:r>
              <a:rPr lang="en-ID" dirty="0"/>
              <a:t>Definition</a:t>
            </a:r>
          </a:p>
          <a:p>
            <a:r>
              <a:rPr lang="en-ID" dirty="0" err="1"/>
              <a:t>COmposition</a:t>
            </a:r>
            <a:endParaRPr lang="en-US" dirty="0"/>
          </a:p>
        </p:txBody>
      </p:sp>
    </p:spTree>
    <p:extLst>
      <p:ext uri="{BB962C8B-B14F-4D97-AF65-F5344CB8AC3E}">
        <p14:creationId xmlns:p14="http://schemas.microsoft.com/office/powerpoint/2010/main" val="3213738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E25D-7819-2E63-5877-8F4C61E3EEE2}"/>
              </a:ext>
            </a:extLst>
          </p:cNvPr>
          <p:cNvSpPr>
            <a:spLocks noGrp="1"/>
          </p:cNvSpPr>
          <p:nvPr>
            <p:ph type="title"/>
          </p:nvPr>
        </p:nvSpPr>
        <p:spPr/>
        <p:txBody>
          <a:bodyPr/>
          <a:lstStyle/>
          <a:p>
            <a:r>
              <a:rPr lang="en-ID" dirty="0"/>
              <a:t>Definition</a:t>
            </a:r>
            <a:endParaRPr lang="en-US" dirty="0"/>
          </a:p>
        </p:txBody>
      </p:sp>
      <p:sp>
        <p:nvSpPr>
          <p:cNvPr id="7" name="Content Placeholder 6">
            <a:extLst>
              <a:ext uri="{FF2B5EF4-FFF2-40B4-BE49-F238E27FC236}">
                <a16:creationId xmlns:a16="http://schemas.microsoft.com/office/drawing/2014/main" id="{8A12CC7A-616A-44E0-DBF8-06E8A0874BCF}"/>
              </a:ext>
            </a:extLst>
          </p:cNvPr>
          <p:cNvSpPr>
            <a:spLocks noGrp="1"/>
          </p:cNvSpPr>
          <p:nvPr>
            <p:ph sz="half" idx="1"/>
          </p:nvPr>
        </p:nvSpPr>
        <p:spPr/>
        <p:txBody>
          <a:bodyPr>
            <a:normAutofit/>
          </a:bodyPr>
          <a:lstStyle/>
          <a:p>
            <a:r>
              <a:rPr lang="en-ID" dirty="0"/>
              <a:t>A template that </a:t>
            </a:r>
            <a:r>
              <a:rPr lang="en-US" dirty="0"/>
              <a:t>allows web designers and developers to work with web templates to automatically generate custom web pages, such as the results from a search. </a:t>
            </a:r>
          </a:p>
          <a:p>
            <a:r>
              <a:rPr lang="en-US" dirty="0"/>
              <a:t>Developers can implement templates from content management systems, web application frameworks, and HTML editors.</a:t>
            </a:r>
          </a:p>
        </p:txBody>
      </p:sp>
      <p:pic>
        <p:nvPicPr>
          <p:cNvPr id="11" name="Picture 2" descr="undefined">
            <a:extLst>
              <a:ext uri="{FF2B5EF4-FFF2-40B4-BE49-F238E27FC236}">
                <a16:creationId xmlns:a16="http://schemas.microsoft.com/office/drawing/2014/main" id="{1B845291-2D4C-48E8-0BCA-507217A90B9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715339" y="2603500"/>
            <a:ext cx="1811159"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88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181F9-1FA4-E233-FC89-D4EFB46C889E}"/>
              </a:ext>
            </a:extLst>
          </p:cNvPr>
          <p:cNvSpPr>
            <a:spLocks noGrp="1"/>
          </p:cNvSpPr>
          <p:nvPr>
            <p:ph type="title"/>
          </p:nvPr>
        </p:nvSpPr>
        <p:spPr/>
        <p:txBody>
          <a:bodyPr/>
          <a:lstStyle/>
          <a:p>
            <a:r>
              <a:rPr lang="en-US" dirty="0"/>
              <a:t>Composition</a:t>
            </a:r>
          </a:p>
        </p:txBody>
      </p:sp>
      <p:sp>
        <p:nvSpPr>
          <p:cNvPr id="3" name="Content Placeholder 2">
            <a:extLst>
              <a:ext uri="{FF2B5EF4-FFF2-40B4-BE49-F238E27FC236}">
                <a16:creationId xmlns:a16="http://schemas.microsoft.com/office/drawing/2014/main" id="{023902DE-E618-806E-244F-A31C8B9D8F11}"/>
              </a:ext>
            </a:extLst>
          </p:cNvPr>
          <p:cNvSpPr>
            <a:spLocks noGrp="1"/>
          </p:cNvSpPr>
          <p:nvPr>
            <p:ph sz="half" idx="1"/>
          </p:nvPr>
        </p:nvSpPr>
        <p:spPr/>
        <p:txBody>
          <a:bodyPr>
            <a:normAutofit fontScale="85000" lnSpcReduction="20000"/>
          </a:bodyPr>
          <a:lstStyle/>
          <a:p>
            <a:r>
              <a:rPr lang="en-US" dirty="0"/>
              <a:t>A template engine: the primary processing element of the system;[1]</a:t>
            </a:r>
          </a:p>
          <a:p>
            <a:r>
              <a:rPr lang="en-US" dirty="0"/>
              <a:t>Content resource: any of various kinds of input data streams, such as from a relational database, XML files, LDAP directory, and other kinds of local or networked data;</a:t>
            </a:r>
          </a:p>
          <a:p>
            <a:r>
              <a:rPr lang="en-US" dirty="0"/>
              <a:t>Template resource: web templates specified according to a template language;</a:t>
            </a:r>
          </a:p>
          <a:p>
            <a:r>
              <a:rPr lang="en-US" dirty="0"/>
              <a:t>The template and content resources are processed and combined by the template engine to mass-produce web documents. For purposes of this article, web documents include any of various output formats for transmission over the web via HTTP, HTTPS, or another Internet protocol.</a:t>
            </a:r>
          </a:p>
        </p:txBody>
      </p:sp>
      <p:pic>
        <p:nvPicPr>
          <p:cNvPr id="2052" name="Picture 4" descr="undefined">
            <a:extLst>
              <a:ext uri="{FF2B5EF4-FFF2-40B4-BE49-F238E27FC236}">
                <a16:creationId xmlns:a16="http://schemas.microsoft.com/office/drawing/2014/main" id="{99CBDB79-AF32-B317-3C34-3A4D2B151C4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715339" y="2603500"/>
            <a:ext cx="1811159"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79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A33546-261F-E97E-03BC-455E02FE700E}"/>
              </a:ext>
            </a:extLst>
          </p:cNvPr>
          <p:cNvSpPr>
            <a:spLocks noGrp="1"/>
          </p:cNvSpPr>
          <p:nvPr>
            <p:ph type="title"/>
          </p:nvPr>
        </p:nvSpPr>
        <p:spPr/>
        <p:txBody>
          <a:bodyPr/>
          <a:lstStyle/>
          <a:p>
            <a:r>
              <a:rPr lang="en-ID" dirty="0"/>
              <a:t>Benefits of using web template system?</a:t>
            </a:r>
            <a:endParaRPr lang="en-US" dirty="0"/>
          </a:p>
        </p:txBody>
      </p:sp>
      <p:sp>
        <p:nvSpPr>
          <p:cNvPr id="6" name="Text Placeholder 5">
            <a:extLst>
              <a:ext uri="{FF2B5EF4-FFF2-40B4-BE49-F238E27FC236}">
                <a16:creationId xmlns:a16="http://schemas.microsoft.com/office/drawing/2014/main" id="{BB347139-694B-F538-F276-E117E0699D04}"/>
              </a:ext>
            </a:extLst>
          </p:cNvPr>
          <p:cNvSpPr>
            <a:spLocks noGrp="1"/>
          </p:cNvSpPr>
          <p:nvPr>
            <p:ph type="body" idx="1"/>
          </p:nvPr>
        </p:nvSpPr>
        <p:spPr/>
        <p:txBody>
          <a:bodyPr/>
          <a:lstStyle/>
          <a:p>
            <a:r>
              <a:rPr lang="en-ID" dirty="0"/>
              <a:t>Benefits</a:t>
            </a:r>
            <a:endParaRPr lang="en-US" dirty="0"/>
          </a:p>
        </p:txBody>
      </p:sp>
    </p:spTree>
    <p:extLst>
      <p:ext uri="{BB962C8B-B14F-4D97-AF65-F5344CB8AC3E}">
        <p14:creationId xmlns:p14="http://schemas.microsoft.com/office/powerpoint/2010/main" val="1502753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59C33-1427-F0F9-1073-68C228FD2963}"/>
              </a:ext>
            </a:extLst>
          </p:cNvPr>
          <p:cNvSpPr>
            <a:spLocks noGrp="1"/>
          </p:cNvSpPr>
          <p:nvPr>
            <p:ph type="title"/>
          </p:nvPr>
        </p:nvSpPr>
        <p:spPr/>
        <p:txBody>
          <a:bodyPr/>
          <a:lstStyle/>
          <a:p>
            <a:r>
              <a:rPr lang="en-ID" dirty="0"/>
              <a:t>Benefits</a:t>
            </a:r>
            <a:endParaRPr lang="en-US" dirty="0"/>
          </a:p>
        </p:txBody>
      </p:sp>
      <p:sp>
        <p:nvSpPr>
          <p:cNvPr id="5" name="Content Placeholder 4">
            <a:extLst>
              <a:ext uri="{FF2B5EF4-FFF2-40B4-BE49-F238E27FC236}">
                <a16:creationId xmlns:a16="http://schemas.microsoft.com/office/drawing/2014/main" id="{E6324782-D79B-7745-343E-D1DC3388ABFE}"/>
              </a:ext>
            </a:extLst>
          </p:cNvPr>
          <p:cNvSpPr>
            <a:spLocks noGrp="1"/>
          </p:cNvSpPr>
          <p:nvPr>
            <p:ph idx="1"/>
          </p:nvPr>
        </p:nvSpPr>
        <p:spPr/>
        <p:txBody>
          <a:bodyPr/>
          <a:lstStyle/>
          <a:p>
            <a:r>
              <a:rPr lang="en-ID" dirty="0"/>
              <a:t>Make quick changes possible</a:t>
            </a:r>
          </a:p>
          <a:p>
            <a:r>
              <a:rPr lang="en-US" dirty="0"/>
              <a:t>Easy to initiate, easier to manage</a:t>
            </a:r>
          </a:p>
          <a:p>
            <a:r>
              <a:rPr lang="en-US" dirty="0"/>
              <a:t>Organized and less hard coded</a:t>
            </a:r>
          </a:p>
          <a:p>
            <a:endParaRPr lang="en-US" dirty="0"/>
          </a:p>
        </p:txBody>
      </p:sp>
    </p:spTree>
    <p:extLst>
      <p:ext uri="{BB962C8B-B14F-4D97-AF65-F5344CB8AC3E}">
        <p14:creationId xmlns:p14="http://schemas.microsoft.com/office/powerpoint/2010/main" val="2831642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1383</TotalTime>
  <Words>1018</Words>
  <Application>Microsoft Office PowerPoint</Application>
  <PresentationFormat>Widescreen</PresentationFormat>
  <Paragraphs>120</Paragraphs>
  <Slides>11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Ion Boardroom</vt:lpstr>
      <vt:lpstr>Omnitags Web Template System</vt:lpstr>
      <vt:lpstr>Outline</vt:lpstr>
      <vt:lpstr>Preface</vt:lpstr>
      <vt:lpstr>What is web template system?</vt:lpstr>
      <vt:lpstr>Definition</vt:lpstr>
      <vt:lpstr>Composition</vt:lpstr>
      <vt:lpstr>Benefits of using web template system?</vt:lpstr>
      <vt:lpstr>Benefits</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8</cp:revision>
  <dcterms:created xsi:type="dcterms:W3CDTF">2024-07-20T00:45:46Z</dcterms:created>
  <dcterms:modified xsi:type="dcterms:W3CDTF">2024-07-23T12:28:17Z</dcterms:modified>
</cp:coreProperties>
</file>