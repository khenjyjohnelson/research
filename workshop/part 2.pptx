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69" r:id="rId3"/>
    <p:sldId id="301" r:id="rId4"/>
    <p:sldId id="309" r:id="rId5"/>
    <p:sldId id="273" r:id="rId6"/>
    <p:sldId id="310" r:id="rId7"/>
    <p:sldId id="311" r:id="rId8"/>
    <p:sldId id="261" r:id="rId9"/>
    <p:sldId id="272" r:id="rId10"/>
    <p:sldId id="271" r:id="rId11"/>
    <p:sldId id="30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AB1AD4-1EF3-4CE9-B7BD-9C326F67DD66}">
          <p14:sldIdLst>
            <p14:sldId id="256"/>
            <p14:sldId id="269"/>
            <p14:sldId id="301"/>
          </p14:sldIdLst>
        </p14:section>
        <p14:section name="What is Omnitags template?" id="{3490188A-57E5-4CDB-B5BB-91B504EE1B54}">
          <p14:sldIdLst>
            <p14:sldId id="309"/>
            <p14:sldId id="273"/>
          </p14:sldIdLst>
        </p14:section>
        <p14:section name="What are it's benefits" id="{2429A4CE-E034-402E-AA11-5E5149EF5F8B}">
          <p14:sldIdLst>
            <p14:sldId id="310"/>
            <p14:sldId id="311"/>
            <p14:sldId id="261"/>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76551" autoAdjust="0"/>
  </p:normalViewPr>
  <p:slideViewPr>
    <p:cSldViewPr snapToGrid="0">
      <p:cViewPr varScale="1">
        <p:scale>
          <a:sx n="55" d="100"/>
          <a:sy n="55" d="100"/>
        </p:scale>
        <p:origin x="1112"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Template Engines*</a:t>
            </a:r>
          </a:p>
          <a:p>
            <a:r>
              <a:rPr lang="en-US" dirty="0"/>
              <a:t>   - What is a template engine?</a:t>
            </a:r>
          </a:p>
          <a:p>
            <a:r>
              <a:rPr lang="en-US" dirty="0"/>
              <a:t>   - Benefits of using a template engine</a:t>
            </a:r>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1103803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5</a:t>
            </a:fld>
            <a:endParaRPr lang="en-US"/>
          </a:p>
        </p:txBody>
      </p:sp>
    </p:spTree>
    <p:extLst>
      <p:ext uri="{BB962C8B-B14F-4D97-AF65-F5344CB8AC3E}">
        <p14:creationId xmlns:p14="http://schemas.microsoft.com/office/powerpoint/2010/main" val="308589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7</a:t>
            </a:fld>
            <a:endParaRPr lang="en-US"/>
          </a:p>
        </p:txBody>
      </p:sp>
    </p:spTree>
    <p:extLst>
      <p:ext uri="{BB962C8B-B14F-4D97-AF65-F5344CB8AC3E}">
        <p14:creationId xmlns:p14="http://schemas.microsoft.com/office/powerpoint/2010/main" val="12490065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b="1" dirty="0"/>
              <a:t>Part 2	: Introduction to web template</a:t>
            </a:r>
          </a:p>
          <a:p>
            <a:r>
              <a:rPr lang="en-ID" dirty="0"/>
              <a:t>Part 3	: Getting Started</a:t>
            </a:r>
          </a:p>
          <a:p>
            <a:r>
              <a:rPr lang="en-ID" dirty="0"/>
              <a:t>Part 4	: Core Features</a:t>
            </a:r>
          </a:p>
          <a:p>
            <a:r>
              <a:rPr lang="en-ID" dirty="0"/>
              <a:t>Part 5	: Advanced Topics</a:t>
            </a:r>
          </a:p>
          <a:p>
            <a:r>
              <a:rPr lang="en-ID" dirty="0"/>
              <a:t>Part 6	: Practical Application</a:t>
            </a:r>
          </a:p>
          <a:p>
            <a:r>
              <a:rPr lang="en-ID"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658A69-C2E0-AAC5-E847-8D45D8C4653C}"/>
              </a:ext>
            </a:extLst>
          </p:cNvPr>
          <p:cNvSpPr>
            <a:spLocks noGrp="1"/>
          </p:cNvSpPr>
          <p:nvPr>
            <p:ph type="title"/>
          </p:nvPr>
        </p:nvSpPr>
        <p:spPr/>
        <p:txBody>
          <a:bodyPr/>
          <a:lstStyle/>
          <a:p>
            <a:r>
              <a:rPr lang="en-ID" dirty="0"/>
              <a:t>Introduction to web  template</a:t>
            </a:r>
            <a:endParaRPr lang="en-US" dirty="0"/>
          </a:p>
        </p:txBody>
      </p:sp>
      <p:sp>
        <p:nvSpPr>
          <p:cNvPr id="8" name="Text Placeholder 7">
            <a:extLst>
              <a:ext uri="{FF2B5EF4-FFF2-40B4-BE49-F238E27FC236}">
                <a16:creationId xmlns:a16="http://schemas.microsoft.com/office/drawing/2014/main" id="{EED57C16-C492-A5C8-EBC1-9043FC0D356C}"/>
              </a:ext>
            </a:extLst>
          </p:cNvPr>
          <p:cNvSpPr>
            <a:spLocks noGrp="1"/>
          </p:cNvSpPr>
          <p:nvPr>
            <p:ph type="body" idx="1"/>
          </p:nvPr>
        </p:nvSpPr>
        <p:spPr/>
        <p:txBody>
          <a:bodyPr/>
          <a:lstStyle/>
          <a:p>
            <a:r>
              <a:rPr lang="en-ID" dirty="0"/>
              <a:t>What is </a:t>
            </a:r>
            <a:r>
              <a:rPr lang="en-ID" dirty="0" err="1"/>
              <a:t>Omnitags</a:t>
            </a:r>
            <a:r>
              <a:rPr lang="en-ID" dirty="0"/>
              <a:t> template?</a:t>
            </a:r>
          </a:p>
          <a:p>
            <a:r>
              <a:rPr lang="en-ID" dirty="0"/>
              <a:t>What are it’s benefits?</a:t>
            </a:r>
            <a:endParaRPr lang="en-US" dirty="0"/>
          </a:p>
        </p:txBody>
      </p:sp>
    </p:spTree>
    <p:extLst>
      <p:ext uri="{BB962C8B-B14F-4D97-AF65-F5344CB8AC3E}">
        <p14:creationId xmlns:p14="http://schemas.microsoft.com/office/powerpoint/2010/main" val="2226834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DCA4-9DF0-0A35-627D-5CA9F6BC37AE}"/>
              </a:ext>
            </a:extLst>
          </p:cNvPr>
          <p:cNvSpPr>
            <a:spLocks noGrp="1"/>
          </p:cNvSpPr>
          <p:nvPr>
            <p:ph type="title"/>
          </p:nvPr>
        </p:nvSpPr>
        <p:spPr/>
        <p:txBody>
          <a:bodyPr/>
          <a:lstStyle/>
          <a:p>
            <a:r>
              <a:rPr lang="en-ID" dirty="0"/>
              <a:t>What is </a:t>
            </a:r>
            <a:r>
              <a:rPr lang="en-ID" dirty="0" err="1"/>
              <a:t>Omnitags</a:t>
            </a:r>
            <a:r>
              <a:rPr lang="en-ID" dirty="0"/>
              <a:t> template?</a:t>
            </a:r>
            <a:endParaRPr lang="en-US" dirty="0"/>
          </a:p>
        </p:txBody>
      </p:sp>
      <p:sp>
        <p:nvSpPr>
          <p:cNvPr id="3" name="Text Placeholder 2">
            <a:extLst>
              <a:ext uri="{FF2B5EF4-FFF2-40B4-BE49-F238E27FC236}">
                <a16:creationId xmlns:a16="http://schemas.microsoft.com/office/drawing/2014/main" id="{6B8AB259-6D50-BBEF-AB9E-B326A5CEF9E7}"/>
              </a:ext>
            </a:extLst>
          </p:cNvPr>
          <p:cNvSpPr>
            <a:spLocks noGrp="1"/>
          </p:cNvSpPr>
          <p:nvPr>
            <p:ph type="body" idx="1"/>
          </p:nvPr>
        </p:nvSpPr>
        <p:spPr/>
        <p:txBody>
          <a:bodyPr/>
          <a:lstStyle/>
          <a:p>
            <a:r>
              <a:rPr lang="en-ID" dirty="0"/>
              <a:t>What is it?</a:t>
            </a:r>
          </a:p>
        </p:txBody>
      </p:sp>
    </p:spTree>
    <p:extLst>
      <p:ext uri="{BB962C8B-B14F-4D97-AF65-F5344CB8AC3E}">
        <p14:creationId xmlns:p14="http://schemas.microsoft.com/office/powerpoint/2010/main" val="275391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E25D-7819-2E63-5877-8F4C61E3EEE2}"/>
              </a:ext>
            </a:extLst>
          </p:cNvPr>
          <p:cNvSpPr>
            <a:spLocks noGrp="1"/>
          </p:cNvSpPr>
          <p:nvPr>
            <p:ph type="title"/>
          </p:nvPr>
        </p:nvSpPr>
        <p:spPr/>
        <p:txBody>
          <a:bodyPr/>
          <a:lstStyle/>
          <a:p>
            <a:r>
              <a:rPr lang="en-ID" dirty="0"/>
              <a:t>What is it?</a:t>
            </a:r>
            <a:endParaRPr lang="en-US" dirty="0"/>
          </a:p>
        </p:txBody>
      </p:sp>
      <p:sp>
        <p:nvSpPr>
          <p:cNvPr id="7" name="Content Placeholder 6">
            <a:extLst>
              <a:ext uri="{FF2B5EF4-FFF2-40B4-BE49-F238E27FC236}">
                <a16:creationId xmlns:a16="http://schemas.microsoft.com/office/drawing/2014/main" id="{8A12CC7A-616A-44E0-DBF8-06E8A0874BCF}"/>
              </a:ext>
            </a:extLst>
          </p:cNvPr>
          <p:cNvSpPr>
            <a:spLocks noGrp="1"/>
          </p:cNvSpPr>
          <p:nvPr>
            <p:ph sz="half" idx="1"/>
          </p:nvPr>
        </p:nvSpPr>
        <p:spPr/>
        <p:txBody>
          <a:bodyPr/>
          <a:lstStyle/>
          <a:p>
            <a:r>
              <a:rPr lang="en-ID" dirty="0"/>
              <a:t>A template that utilizes ways to automate the process of both code and testing processes. By utilizing an integrated data model and making it multiuse across those processes.</a:t>
            </a:r>
            <a:endParaRPr lang="en-US" dirty="0"/>
          </a:p>
        </p:txBody>
      </p:sp>
      <p:pic>
        <p:nvPicPr>
          <p:cNvPr id="9" name="Content Placeholder 8">
            <a:extLst>
              <a:ext uri="{FF2B5EF4-FFF2-40B4-BE49-F238E27FC236}">
                <a16:creationId xmlns:a16="http://schemas.microsoft.com/office/drawing/2014/main" id="{8ED82CD9-9FD3-1ED9-F3E8-EC532672D6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138118" y="3251145"/>
            <a:ext cx="2965602" cy="2121009"/>
          </a:xfrm>
        </p:spPr>
      </p:pic>
    </p:spTree>
    <p:extLst>
      <p:ext uri="{BB962C8B-B14F-4D97-AF65-F5344CB8AC3E}">
        <p14:creationId xmlns:p14="http://schemas.microsoft.com/office/powerpoint/2010/main" val="2851220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072A4-256D-BF2B-3754-35ACD3F7F1C1}"/>
              </a:ext>
            </a:extLst>
          </p:cNvPr>
          <p:cNvSpPr>
            <a:spLocks noGrp="1"/>
          </p:cNvSpPr>
          <p:nvPr>
            <p:ph type="title"/>
          </p:nvPr>
        </p:nvSpPr>
        <p:spPr/>
        <p:txBody>
          <a:bodyPr/>
          <a:lstStyle/>
          <a:p>
            <a:r>
              <a:rPr lang="en-ID" dirty="0"/>
              <a:t>What are it’s benefits?</a:t>
            </a:r>
            <a:endParaRPr lang="en-US" dirty="0"/>
          </a:p>
        </p:txBody>
      </p:sp>
      <p:sp>
        <p:nvSpPr>
          <p:cNvPr id="3" name="Text Placeholder 2">
            <a:extLst>
              <a:ext uri="{FF2B5EF4-FFF2-40B4-BE49-F238E27FC236}">
                <a16:creationId xmlns:a16="http://schemas.microsoft.com/office/drawing/2014/main" id="{97E32CB6-94E9-0FAF-3D7D-21DE2BDF5636}"/>
              </a:ext>
            </a:extLst>
          </p:cNvPr>
          <p:cNvSpPr>
            <a:spLocks noGrp="1"/>
          </p:cNvSpPr>
          <p:nvPr>
            <p:ph type="body" idx="1"/>
          </p:nvPr>
        </p:nvSpPr>
        <p:spPr/>
        <p:txBody>
          <a:bodyPr/>
          <a:lstStyle/>
          <a:p>
            <a:r>
              <a:rPr lang="en-ID" dirty="0"/>
              <a:t>Benefits</a:t>
            </a:r>
          </a:p>
          <a:p>
            <a:r>
              <a:rPr lang="en-ID" dirty="0"/>
              <a:t>comparison</a:t>
            </a:r>
            <a:endParaRPr lang="en-US" dirty="0"/>
          </a:p>
        </p:txBody>
      </p:sp>
    </p:spTree>
    <p:extLst>
      <p:ext uri="{BB962C8B-B14F-4D97-AF65-F5344CB8AC3E}">
        <p14:creationId xmlns:p14="http://schemas.microsoft.com/office/powerpoint/2010/main" val="2400593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C25B45-D7B5-5FF2-1F36-27D35215E38E}"/>
              </a:ext>
            </a:extLst>
          </p:cNvPr>
          <p:cNvSpPr>
            <a:spLocks noGrp="1"/>
          </p:cNvSpPr>
          <p:nvPr>
            <p:ph type="title"/>
          </p:nvPr>
        </p:nvSpPr>
        <p:spPr/>
        <p:txBody>
          <a:bodyPr/>
          <a:lstStyle/>
          <a:p>
            <a:r>
              <a:rPr lang="en-ID" dirty="0"/>
              <a:t>Benefits</a:t>
            </a:r>
            <a:br>
              <a:rPr lang="en-US" dirty="0"/>
            </a:br>
            <a:endParaRPr lang="en-US" dirty="0"/>
          </a:p>
        </p:txBody>
      </p:sp>
      <p:sp>
        <p:nvSpPr>
          <p:cNvPr id="8" name="Text Placeholder 7">
            <a:extLst>
              <a:ext uri="{FF2B5EF4-FFF2-40B4-BE49-F238E27FC236}">
                <a16:creationId xmlns:a16="http://schemas.microsoft.com/office/drawing/2014/main" id="{2554B6EB-21C4-5416-F7D9-478713505E14}"/>
              </a:ext>
            </a:extLst>
          </p:cNvPr>
          <p:cNvSpPr>
            <a:spLocks noGrp="1"/>
          </p:cNvSpPr>
          <p:nvPr>
            <p:ph idx="1"/>
          </p:nvPr>
        </p:nvSpPr>
        <p:spPr/>
        <p:txBody>
          <a:bodyPr/>
          <a:lstStyle/>
          <a:p>
            <a:r>
              <a:rPr lang="en-ID" dirty="0"/>
              <a:t>Multiuse data model</a:t>
            </a:r>
          </a:p>
          <a:p>
            <a:r>
              <a:rPr lang="en-US" dirty="0"/>
              <a:t>Immunity to typo</a:t>
            </a:r>
          </a:p>
          <a:p>
            <a:r>
              <a:rPr lang="en-US" dirty="0"/>
              <a:t>Easier access to most variables</a:t>
            </a:r>
          </a:p>
          <a:p>
            <a:r>
              <a:rPr lang="en-US" dirty="0"/>
              <a:t>Traceable algorithm</a:t>
            </a:r>
          </a:p>
          <a:p>
            <a:r>
              <a:rPr lang="en-US" dirty="0"/>
              <a:t>Less development time/prototyping time</a:t>
            </a:r>
          </a:p>
          <a:p>
            <a:endParaRPr lang="en-US" dirty="0"/>
          </a:p>
        </p:txBody>
      </p:sp>
    </p:spTree>
    <p:extLst>
      <p:ext uri="{BB962C8B-B14F-4D97-AF65-F5344CB8AC3E}">
        <p14:creationId xmlns:p14="http://schemas.microsoft.com/office/powerpoint/2010/main" val="1988703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510BA1-350D-BC76-918F-F6C055FC4692}"/>
              </a:ext>
            </a:extLst>
          </p:cNvPr>
          <p:cNvSpPr>
            <a:spLocks noGrp="1"/>
          </p:cNvSpPr>
          <p:nvPr>
            <p:ph type="title"/>
          </p:nvPr>
        </p:nvSpPr>
        <p:spPr/>
        <p:txBody>
          <a:bodyPr/>
          <a:lstStyle/>
          <a:p>
            <a:r>
              <a:rPr lang="en-ID" dirty="0"/>
              <a:t>Comparison</a:t>
            </a:r>
            <a:endParaRPr lang="en-US" dirty="0"/>
          </a:p>
        </p:txBody>
      </p:sp>
      <p:sp>
        <p:nvSpPr>
          <p:cNvPr id="5" name="Text Placeholder 4">
            <a:extLst>
              <a:ext uri="{FF2B5EF4-FFF2-40B4-BE49-F238E27FC236}">
                <a16:creationId xmlns:a16="http://schemas.microsoft.com/office/drawing/2014/main" id="{A3048EB6-D949-34B3-6DEA-23B2EA89198A}"/>
              </a:ext>
            </a:extLst>
          </p:cNvPr>
          <p:cNvSpPr>
            <a:spLocks noGrp="1"/>
          </p:cNvSpPr>
          <p:nvPr>
            <p:ph type="body" idx="1"/>
          </p:nvPr>
        </p:nvSpPr>
        <p:spPr/>
        <p:txBody>
          <a:bodyPr/>
          <a:lstStyle/>
          <a:p>
            <a:r>
              <a:rPr lang="en-ID" dirty="0"/>
              <a:t>Before</a:t>
            </a:r>
            <a:endParaRPr lang="en-US" dirty="0"/>
          </a:p>
        </p:txBody>
      </p:sp>
      <p:sp>
        <p:nvSpPr>
          <p:cNvPr id="6" name="Content Placeholder 5">
            <a:extLst>
              <a:ext uri="{FF2B5EF4-FFF2-40B4-BE49-F238E27FC236}">
                <a16:creationId xmlns:a16="http://schemas.microsoft.com/office/drawing/2014/main" id="{A17365BD-6E0B-1D54-343F-983E53D10483}"/>
              </a:ext>
            </a:extLst>
          </p:cNvPr>
          <p:cNvSpPr>
            <a:spLocks noGrp="1"/>
          </p:cNvSpPr>
          <p:nvPr>
            <p:ph sz="half" idx="2"/>
          </p:nvPr>
        </p:nvSpPr>
        <p:spPr/>
        <p:txBody>
          <a:bodyPr/>
          <a:lstStyle/>
          <a:p>
            <a:r>
              <a:rPr lang="en-ID" dirty="0"/>
              <a:t>5 hours of development time</a:t>
            </a:r>
          </a:p>
          <a:p>
            <a:r>
              <a:rPr lang="en-ID" dirty="0"/>
              <a:t>Requires clarity</a:t>
            </a:r>
            <a:endParaRPr lang="en-US" dirty="0"/>
          </a:p>
        </p:txBody>
      </p:sp>
      <p:sp>
        <p:nvSpPr>
          <p:cNvPr id="7" name="Text Placeholder 6">
            <a:extLst>
              <a:ext uri="{FF2B5EF4-FFF2-40B4-BE49-F238E27FC236}">
                <a16:creationId xmlns:a16="http://schemas.microsoft.com/office/drawing/2014/main" id="{64C3F40A-EA30-D874-2BB2-3203C439D8E3}"/>
              </a:ext>
            </a:extLst>
          </p:cNvPr>
          <p:cNvSpPr>
            <a:spLocks noGrp="1"/>
          </p:cNvSpPr>
          <p:nvPr>
            <p:ph type="body" sz="quarter" idx="3"/>
          </p:nvPr>
        </p:nvSpPr>
        <p:spPr/>
        <p:txBody>
          <a:bodyPr/>
          <a:lstStyle/>
          <a:p>
            <a:r>
              <a:rPr lang="en-ID" dirty="0"/>
              <a:t>After</a:t>
            </a:r>
            <a:endParaRPr lang="en-US" dirty="0"/>
          </a:p>
        </p:txBody>
      </p:sp>
      <p:sp>
        <p:nvSpPr>
          <p:cNvPr id="8" name="Content Placeholder 7">
            <a:extLst>
              <a:ext uri="{FF2B5EF4-FFF2-40B4-BE49-F238E27FC236}">
                <a16:creationId xmlns:a16="http://schemas.microsoft.com/office/drawing/2014/main" id="{8D7DCB34-0BE8-96DA-1E8B-9D42899564C8}"/>
              </a:ext>
            </a:extLst>
          </p:cNvPr>
          <p:cNvSpPr>
            <a:spLocks noGrp="1"/>
          </p:cNvSpPr>
          <p:nvPr>
            <p:ph sz="quarter" idx="4"/>
          </p:nvPr>
        </p:nvSpPr>
        <p:spPr/>
        <p:txBody>
          <a:bodyPr/>
          <a:lstStyle/>
          <a:p>
            <a:r>
              <a:rPr lang="en-ID" dirty="0"/>
              <a:t>30 minutes of development time</a:t>
            </a:r>
          </a:p>
          <a:p>
            <a:r>
              <a:rPr lang="en-ID" dirty="0"/>
              <a:t>Uses muscle memory</a:t>
            </a:r>
            <a:endParaRPr lang="en-US" dirty="0"/>
          </a:p>
        </p:txBody>
      </p:sp>
    </p:spTree>
    <p:extLst>
      <p:ext uri="{BB962C8B-B14F-4D97-AF65-F5344CB8AC3E}">
        <p14:creationId xmlns:p14="http://schemas.microsoft.com/office/powerpoint/2010/main" val="3890242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1388</TotalTime>
  <Words>945</Words>
  <Application>Microsoft Office PowerPoint</Application>
  <PresentationFormat>Widescreen</PresentationFormat>
  <Paragraphs>127</Paragraphs>
  <Slides>11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Ion Boardroom</vt:lpstr>
      <vt:lpstr>Omnitags Web Template System</vt:lpstr>
      <vt:lpstr>Outline</vt:lpstr>
      <vt:lpstr>Introduction to web  template</vt:lpstr>
      <vt:lpstr>What is Omnitags template?</vt:lpstr>
      <vt:lpstr>What is it?</vt:lpstr>
      <vt:lpstr>What are it’s benefits?</vt:lpstr>
      <vt:lpstr>Benefits </vt:lpstr>
      <vt:lpstr>Comparison</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8</cp:revision>
  <dcterms:created xsi:type="dcterms:W3CDTF">2024-07-20T00:45:46Z</dcterms:created>
  <dcterms:modified xsi:type="dcterms:W3CDTF">2024-07-21T04:09:21Z</dcterms:modified>
</cp:coreProperties>
</file>