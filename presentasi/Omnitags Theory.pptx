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3" r:id="rId4"/>
    <p:sldId id="260" r:id="rId5"/>
    <p:sldId id="259" r:id="rId6"/>
    <p:sldId id="265" r:id="rId7"/>
    <p:sldId id="266" r:id="rId8"/>
    <p:sldId id="268" r:id="rId9"/>
    <p:sldId id="277" r:id="rId10"/>
    <p:sldId id="269" r:id="rId11"/>
    <p:sldId id="270" r:id="rId12"/>
    <p:sldId id="276" r:id="rId13"/>
    <p:sldId id="273" r:id="rId14"/>
    <p:sldId id="281" r:id="rId15"/>
    <p:sldId id="271" r:id="rId16"/>
    <p:sldId id="279" r:id="rId17"/>
    <p:sldId id="272" r:id="rId18"/>
    <p:sldId id="280" r:id="rId19"/>
    <p:sldId id="275" r:id="rId20"/>
    <p:sldId id="274" r:id="rId21"/>
    <p:sldId id="282" r:id="rId22"/>
    <p:sldId id="283" r:id="rId23"/>
    <p:sldId id="262" r:id="rId24"/>
    <p:sldId id="264" r:id="rId25"/>
    <p:sldId id="267" r:id="rId26"/>
    <p:sldId id="26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2CBD9E-3687-4C81-A4EC-E774EF60BC53}">
          <p14:sldIdLst>
            <p14:sldId id="256"/>
            <p14:sldId id="257"/>
            <p14:sldId id="263"/>
          </p14:sldIdLst>
        </p14:section>
        <p14:section name="Opening" id="{05DFEC92-1447-436F-9D20-254694BFAFB0}">
          <p14:sldIdLst>
            <p14:sldId id="260"/>
            <p14:sldId id="259"/>
            <p14:sldId id="265"/>
            <p14:sldId id="266"/>
            <p14:sldId id="268"/>
          </p14:sldIdLst>
        </p14:section>
        <p14:section name="Overview" id="{335861AF-00E8-4B0E-90D7-3092B69B8FA9}">
          <p14:sldIdLst>
            <p14:sldId id="277"/>
            <p14:sldId id="269"/>
            <p14:sldId id="270"/>
          </p14:sldIdLst>
        </p14:section>
        <p14:section name="Omnitags" id="{2079D612-5603-4798-B196-8E1CA57622C6}">
          <p14:sldIdLst>
            <p14:sldId id="276"/>
            <p14:sldId id="273"/>
            <p14:sldId id="281"/>
            <p14:sldId id="271"/>
            <p14:sldId id="279"/>
            <p14:sldId id="272"/>
            <p14:sldId id="280"/>
          </p14:sldIdLst>
        </p14:section>
        <p14:section name="Demo" id="{88D393C1-8E26-4C88-B3B2-8DEBDEF70703}">
          <p14:sldIdLst>
            <p14:sldId id="275"/>
            <p14:sldId id="274"/>
          </p14:sldIdLst>
        </p14:section>
        <p14:section name="Explanation" id="{EF51A204-5A99-4577-821A-0ECAD2CB267F}">
          <p14:sldIdLst>
            <p14:sldId id="282"/>
            <p14:sldId id="283"/>
          </p14:sldIdLst>
        </p14:section>
        <p14:section name="Closing" id="{CF4C5721-68A1-4739-BA97-67E39A407CB7}">
          <p14:sldIdLst>
            <p14:sldId id="262"/>
            <p14:sldId id="264"/>
            <p14:sldId id="267"/>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4660"/>
  </p:normalViewPr>
  <p:slideViewPr>
    <p:cSldViewPr snapToGrid="0">
      <p:cViewPr varScale="1">
        <p:scale>
          <a:sx n="68" d="100"/>
          <a:sy n="68" d="100"/>
        </p:scale>
        <p:origin x="60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47E2A9-8FBF-489A-BD1B-5204D627799C}" type="doc">
      <dgm:prSet loTypeId="urn:microsoft.com/office/officeart/2005/8/layout/chevron2" loCatId="process" qsTypeId="urn:microsoft.com/office/officeart/2005/8/quickstyle/simple1" qsCatId="simple" csTypeId="urn:microsoft.com/office/officeart/2005/8/colors/accent1_2" csCatId="accent1" phldr="1"/>
      <dgm:spPr/>
    </dgm:pt>
    <dgm:pt modelId="{EB6A0555-C852-4EB4-92A1-77B34EFC43ED}">
      <dgm:prSet phldrT="[Text]"/>
      <dgm:spPr/>
      <dgm:t>
        <a:bodyPr/>
        <a:lstStyle/>
        <a:p>
          <a:r>
            <a:rPr lang="en-ID" dirty="0"/>
            <a:t>DEC 2023</a:t>
          </a:r>
          <a:endParaRPr lang="en-US" dirty="0"/>
        </a:p>
      </dgm:t>
    </dgm:pt>
    <dgm:pt modelId="{1F4F6267-08F7-42A9-9844-5CEC0D7305BF}" type="parTrans" cxnId="{6A41FBD6-6730-416A-B3B8-4B954292E92A}">
      <dgm:prSet/>
      <dgm:spPr/>
      <dgm:t>
        <a:bodyPr/>
        <a:lstStyle/>
        <a:p>
          <a:endParaRPr lang="en-US"/>
        </a:p>
      </dgm:t>
    </dgm:pt>
    <dgm:pt modelId="{CA9A0C51-C7C5-43F3-A235-F91F6292C1EB}" type="sibTrans" cxnId="{6A41FBD6-6730-416A-B3B8-4B954292E92A}">
      <dgm:prSet/>
      <dgm:spPr/>
      <dgm:t>
        <a:bodyPr/>
        <a:lstStyle/>
        <a:p>
          <a:endParaRPr lang="en-US"/>
        </a:p>
      </dgm:t>
    </dgm:pt>
    <dgm:pt modelId="{99B905E4-5093-4B7E-9BF2-73EFAA6523B3}">
      <dgm:prSet phldrT="[Text]"/>
      <dgm:spPr/>
      <dgm:t>
        <a:bodyPr/>
        <a:lstStyle/>
        <a:p>
          <a:r>
            <a:rPr lang="en-ID" dirty="0"/>
            <a:t>Got </a:t>
          </a:r>
          <a:r>
            <a:rPr lang="en-ID"/>
            <a:t>the idea</a:t>
          </a:r>
          <a:endParaRPr lang="en-US" dirty="0"/>
        </a:p>
      </dgm:t>
    </dgm:pt>
    <dgm:pt modelId="{A20D2A84-9FA2-4F7B-A0C1-3AE2B7DD8304}" type="parTrans" cxnId="{BF2EA217-453C-4779-B4D6-882D1A04FAA2}">
      <dgm:prSet/>
      <dgm:spPr/>
      <dgm:t>
        <a:bodyPr/>
        <a:lstStyle/>
        <a:p>
          <a:endParaRPr lang="en-US"/>
        </a:p>
      </dgm:t>
    </dgm:pt>
    <dgm:pt modelId="{8FE8E541-04DD-4F41-9936-A85344585EB7}" type="sibTrans" cxnId="{BF2EA217-453C-4779-B4D6-882D1A04FAA2}">
      <dgm:prSet/>
      <dgm:spPr/>
      <dgm:t>
        <a:bodyPr/>
        <a:lstStyle/>
        <a:p>
          <a:endParaRPr lang="en-US"/>
        </a:p>
      </dgm:t>
    </dgm:pt>
    <dgm:pt modelId="{D8EEEF02-2E4C-40D9-8A4D-2C8263F6AD6D}">
      <dgm:prSet phldrT="[Text]"/>
      <dgm:spPr/>
      <dgm:t>
        <a:bodyPr/>
        <a:lstStyle/>
        <a:p>
          <a:r>
            <a:rPr lang="en-ID" dirty="0"/>
            <a:t>JAN 2024</a:t>
          </a:r>
          <a:endParaRPr lang="en-US" dirty="0"/>
        </a:p>
      </dgm:t>
    </dgm:pt>
    <dgm:pt modelId="{2CF411A6-246E-4844-B995-672E4C6DC656}" type="sibTrans" cxnId="{1CE36B7E-A3C9-4DE9-B4EA-20A26062D756}">
      <dgm:prSet/>
      <dgm:spPr/>
      <dgm:t>
        <a:bodyPr/>
        <a:lstStyle/>
        <a:p>
          <a:endParaRPr lang="en-US"/>
        </a:p>
      </dgm:t>
    </dgm:pt>
    <dgm:pt modelId="{E06C0131-1B8C-47B3-85A1-B2B77C9858D0}" type="parTrans" cxnId="{1CE36B7E-A3C9-4DE9-B4EA-20A26062D756}">
      <dgm:prSet/>
      <dgm:spPr/>
      <dgm:t>
        <a:bodyPr/>
        <a:lstStyle/>
        <a:p>
          <a:endParaRPr lang="en-US"/>
        </a:p>
      </dgm:t>
    </dgm:pt>
    <dgm:pt modelId="{2E8A2FBE-BA22-40A2-B1F3-B256278A8033}">
      <dgm:prSet phldrT="[Text]"/>
      <dgm:spPr/>
      <dgm:t>
        <a:bodyPr/>
        <a:lstStyle/>
        <a:p>
          <a:r>
            <a:rPr lang="en-ID" dirty="0"/>
            <a:t>Interview with Sir </a:t>
          </a:r>
          <a:r>
            <a:rPr lang="en-ID" dirty="0" err="1"/>
            <a:t>Yodi</a:t>
          </a:r>
          <a:endParaRPr lang="en-US" dirty="0"/>
        </a:p>
      </dgm:t>
    </dgm:pt>
    <dgm:pt modelId="{3DF6A363-7AD9-4A07-959B-360E5D5B4E43}" type="parTrans" cxnId="{C6F9DADB-D7F5-48CA-AF11-AA20BEFB71A9}">
      <dgm:prSet/>
      <dgm:spPr/>
      <dgm:t>
        <a:bodyPr/>
        <a:lstStyle/>
        <a:p>
          <a:endParaRPr lang="en-US"/>
        </a:p>
      </dgm:t>
    </dgm:pt>
    <dgm:pt modelId="{20B257BF-0677-425C-BB37-3BA929F8D42B}" type="sibTrans" cxnId="{C6F9DADB-D7F5-48CA-AF11-AA20BEFB71A9}">
      <dgm:prSet/>
      <dgm:spPr/>
      <dgm:t>
        <a:bodyPr/>
        <a:lstStyle/>
        <a:p>
          <a:endParaRPr lang="en-US"/>
        </a:p>
      </dgm:t>
    </dgm:pt>
    <dgm:pt modelId="{9FB14596-5DCE-4977-9A95-92B277E6A2E6}">
      <dgm:prSet phldrT="[Text]"/>
      <dgm:spPr/>
      <dgm:t>
        <a:bodyPr/>
        <a:lstStyle/>
        <a:p>
          <a:r>
            <a:rPr lang="en-ID" dirty="0"/>
            <a:t>About is my app implement OOP yet?</a:t>
          </a:r>
          <a:endParaRPr lang="en-US" dirty="0"/>
        </a:p>
      </dgm:t>
    </dgm:pt>
    <dgm:pt modelId="{A7D6B9AA-28E6-480F-A0C8-EC42CF6384ED}" type="parTrans" cxnId="{EF53A5E3-D241-4FEE-A9BA-A846FADD3C0A}">
      <dgm:prSet/>
      <dgm:spPr/>
      <dgm:t>
        <a:bodyPr/>
        <a:lstStyle/>
        <a:p>
          <a:endParaRPr lang="en-US"/>
        </a:p>
      </dgm:t>
    </dgm:pt>
    <dgm:pt modelId="{6DA8466A-84CC-4795-972E-A699069404EE}" type="sibTrans" cxnId="{EF53A5E3-D241-4FEE-A9BA-A846FADD3C0A}">
      <dgm:prSet/>
      <dgm:spPr/>
      <dgm:t>
        <a:bodyPr/>
        <a:lstStyle/>
        <a:p>
          <a:endParaRPr lang="en-US"/>
        </a:p>
      </dgm:t>
    </dgm:pt>
    <dgm:pt modelId="{943BF73A-B130-46CF-AA1F-19B7D7D10F87}">
      <dgm:prSet phldrT="[Text]"/>
      <dgm:spPr/>
      <dgm:t>
        <a:bodyPr/>
        <a:lstStyle/>
        <a:p>
          <a:r>
            <a:rPr lang="en-ID" dirty="0"/>
            <a:t>Feedback: Good for small scale, not for big scale</a:t>
          </a:r>
          <a:endParaRPr lang="en-US" dirty="0"/>
        </a:p>
      </dgm:t>
    </dgm:pt>
    <dgm:pt modelId="{10C7DF9A-D919-4218-A318-2C31486F90AC}" type="parTrans" cxnId="{CE75179E-145E-4F99-99AF-A098F2B518E3}">
      <dgm:prSet/>
      <dgm:spPr/>
      <dgm:t>
        <a:bodyPr/>
        <a:lstStyle/>
        <a:p>
          <a:endParaRPr lang="en-US"/>
        </a:p>
      </dgm:t>
    </dgm:pt>
    <dgm:pt modelId="{A3594367-8B9A-4C90-9BE8-76732742AB3E}" type="sibTrans" cxnId="{CE75179E-145E-4F99-99AF-A098F2B518E3}">
      <dgm:prSet/>
      <dgm:spPr/>
      <dgm:t>
        <a:bodyPr/>
        <a:lstStyle/>
        <a:p>
          <a:endParaRPr lang="en-US"/>
        </a:p>
      </dgm:t>
    </dgm:pt>
    <dgm:pt modelId="{4CCB34C4-C6EB-47AD-A537-8C26FD1BBC81}" type="pres">
      <dgm:prSet presAssocID="{7A47E2A9-8FBF-489A-BD1B-5204D627799C}" presName="linearFlow" presStyleCnt="0">
        <dgm:presLayoutVars>
          <dgm:dir/>
          <dgm:animLvl val="lvl"/>
          <dgm:resizeHandles val="exact"/>
        </dgm:presLayoutVars>
      </dgm:prSet>
      <dgm:spPr/>
    </dgm:pt>
    <dgm:pt modelId="{005DEFC3-97FC-45F0-828B-EC8E2330A30F}" type="pres">
      <dgm:prSet presAssocID="{EB6A0555-C852-4EB4-92A1-77B34EFC43ED}" presName="composite" presStyleCnt="0"/>
      <dgm:spPr/>
    </dgm:pt>
    <dgm:pt modelId="{8F263FD6-B033-470C-BD1A-DFC30D65C63D}" type="pres">
      <dgm:prSet presAssocID="{EB6A0555-C852-4EB4-92A1-77B34EFC43ED}" presName="parentText" presStyleLbl="alignNode1" presStyleIdx="0" presStyleCnt="2">
        <dgm:presLayoutVars>
          <dgm:chMax val="1"/>
          <dgm:bulletEnabled val="1"/>
        </dgm:presLayoutVars>
      </dgm:prSet>
      <dgm:spPr/>
    </dgm:pt>
    <dgm:pt modelId="{07F06D73-ECDF-495F-9291-0DBFB2AD978B}" type="pres">
      <dgm:prSet presAssocID="{EB6A0555-C852-4EB4-92A1-77B34EFC43ED}" presName="descendantText" presStyleLbl="alignAcc1" presStyleIdx="0" presStyleCnt="2">
        <dgm:presLayoutVars>
          <dgm:bulletEnabled val="1"/>
        </dgm:presLayoutVars>
      </dgm:prSet>
      <dgm:spPr/>
    </dgm:pt>
    <dgm:pt modelId="{58059004-8D04-419D-80DC-C270352F89E8}" type="pres">
      <dgm:prSet presAssocID="{CA9A0C51-C7C5-43F3-A235-F91F6292C1EB}" presName="sp" presStyleCnt="0"/>
      <dgm:spPr/>
    </dgm:pt>
    <dgm:pt modelId="{3C0A42F7-A5A3-40F4-8A4E-7483046A1322}" type="pres">
      <dgm:prSet presAssocID="{D8EEEF02-2E4C-40D9-8A4D-2C8263F6AD6D}" presName="composite" presStyleCnt="0"/>
      <dgm:spPr/>
    </dgm:pt>
    <dgm:pt modelId="{DB15031B-A99C-494E-A625-147D0FEBC9BB}" type="pres">
      <dgm:prSet presAssocID="{D8EEEF02-2E4C-40D9-8A4D-2C8263F6AD6D}" presName="parentText" presStyleLbl="alignNode1" presStyleIdx="1" presStyleCnt="2">
        <dgm:presLayoutVars>
          <dgm:chMax val="1"/>
          <dgm:bulletEnabled val="1"/>
        </dgm:presLayoutVars>
      </dgm:prSet>
      <dgm:spPr/>
    </dgm:pt>
    <dgm:pt modelId="{781FDCE4-F33B-4770-9A3A-FDD48CBDEE3C}" type="pres">
      <dgm:prSet presAssocID="{D8EEEF02-2E4C-40D9-8A4D-2C8263F6AD6D}" presName="descendantText" presStyleLbl="alignAcc1" presStyleIdx="1" presStyleCnt="2">
        <dgm:presLayoutVars>
          <dgm:bulletEnabled val="1"/>
        </dgm:presLayoutVars>
      </dgm:prSet>
      <dgm:spPr/>
    </dgm:pt>
  </dgm:ptLst>
  <dgm:cxnLst>
    <dgm:cxn modelId="{BF2EA217-453C-4779-B4D6-882D1A04FAA2}" srcId="{EB6A0555-C852-4EB4-92A1-77B34EFC43ED}" destId="{99B905E4-5093-4B7E-9BF2-73EFAA6523B3}" srcOrd="0" destOrd="0" parTransId="{A20D2A84-9FA2-4F7B-A0C1-3AE2B7DD8304}" sibTransId="{8FE8E541-04DD-4F41-9936-A85344585EB7}"/>
    <dgm:cxn modelId="{482AA25D-A10F-4734-B588-436027585871}" type="presOf" srcId="{D8EEEF02-2E4C-40D9-8A4D-2C8263F6AD6D}" destId="{DB15031B-A99C-494E-A625-147D0FEBC9BB}" srcOrd="0" destOrd="0" presId="urn:microsoft.com/office/officeart/2005/8/layout/chevron2"/>
    <dgm:cxn modelId="{1CE36B7E-A3C9-4DE9-B4EA-20A26062D756}" srcId="{7A47E2A9-8FBF-489A-BD1B-5204D627799C}" destId="{D8EEEF02-2E4C-40D9-8A4D-2C8263F6AD6D}" srcOrd="1" destOrd="0" parTransId="{E06C0131-1B8C-47B3-85A1-B2B77C9858D0}" sibTransId="{2CF411A6-246E-4844-B995-672E4C6DC656}"/>
    <dgm:cxn modelId="{713E3D98-99AA-4D19-B071-024859578BD6}" type="presOf" srcId="{943BF73A-B130-46CF-AA1F-19B7D7D10F87}" destId="{781FDCE4-F33B-4770-9A3A-FDD48CBDEE3C}" srcOrd="0" destOrd="2" presId="urn:microsoft.com/office/officeart/2005/8/layout/chevron2"/>
    <dgm:cxn modelId="{CE75179E-145E-4F99-99AF-A098F2B518E3}" srcId="{D8EEEF02-2E4C-40D9-8A4D-2C8263F6AD6D}" destId="{943BF73A-B130-46CF-AA1F-19B7D7D10F87}" srcOrd="2" destOrd="0" parTransId="{10C7DF9A-D919-4218-A318-2C31486F90AC}" sibTransId="{A3594367-8B9A-4C90-9BE8-76732742AB3E}"/>
    <dgm:cxn modelId="{3BB31FA1-7410-4099-9E38-D9CEC94AD294}" type="presOf" srcId="{9FB14596-5DCE-4977-9A95-92B277E6A2E6}" destId="{781FDCE4-F33B-4770-9A3A-FDD48CBDEE3C}" srcOrd="0" destOrd="1" presId="urn:microsoft.com/office/officeart/2005/8/layout/chevron2"/>
    <dgm:cxn modelId="{6A41FBD6-6730-416A-B3B8-4B954292E92A}" srcId="{7A47E2A9-8FBF-489A-BD1B-5204D627799C}" destId="{EB6A0555-C852-4EB4-92A1-77B34EFC43ED}" srcOrd="0" destOrd="0" parTransId="{1F4F6267-08F7-42A9-9844-5CEC0D7305BF}" sibTransId="{CA9A0C51-C7C5-43F3-A235-F91F6292C1EB}"/>
    <dgm:cxn modelId="{C6F9DADB-D7F5-48CA-AF11-AA20BEFB71A9}" srcId="{D8EEEF02-2E4C-40D9-8A4D-2C8263F6AD6D}" destId="{2E8A2FBE-BA22-40A2-B1F3-B256278A8033}" srcOrd="0" destOrd="0" parTransId="{3DF6A363-7AD9-4A07-959B-360E5D5B4E43}" sibTransId="{20B257BF-0677-425C-BB37-3BA929F8D42B}"/>
    <dgm:cxn modelId="{EF53A5E3-D241-4FEE-A9BA-A846FADD3C0A}" srcId="{D8EEEF02-2E4C-40D9-8A4D-2C8263F6AD6D}" destId="{9FB14596-5DCE-4977-9A95-92B277E6A2E6}" srcOrd="1" destOrd="0" parTransId="{A7D6B9AA-28E6-480F-A0C8-EC42CF6384ED}" sibTransId="{6DA8466A-84CC-4795-972E-A699069404EE}"/>
    <dgm:cxn modelId="{B91522F1-EFAF-4678-A3A3-D9BD3BC8C44E}" type="presOf" srcId="{7A47E2A9-8FBF-489A-BD1B-5204D627799C}" destId="{4CCB34C4-C6EB-47AD-A537-8C26FD1BBC81}" srcOrd="0" destOrd="0" presId="urn:microsoft.com/office/officeart/2005/8/layout/chevron2"/>
    <dgm:cxn modelId="{D6D192FA-9EE6-4C44-943E-0210F8EB980D}" type="presOf" srcId="{EB6A0555-C852-4EB4-92A1-77B34EFC43ED}" destId="{8F263FD6-B033-470C-BD1A-DFC30D65C63D}" srcOrd="0" destOrd="0" presId="urn:microsoft.com/office/officeart/2005/8/layout/chevron2"/>
    <dgm:cxn modelId="{22D7ADFA-F560-4022-AAF2-B59B6AEF7A56}" type="presOf" srcId="{2E8A2FBE-BA22-40A2-B1F3-B256278A8033}" destId="{781FDCE4-F33B-4770-9A3A-FDD48CBDEE3C}" srcOrd="0" destOrd="0" presId="urn:microsoft.com/office/officeart/2005/8/layout/chevron2"/>
    <dgm:cxn modelId="{7FCC73FD-60ED-4134-BB72-6FA44E3F6C67}" type="presOf" srcId="{99B905E4-5093-4B7E-9BF2-73EFAA6523B3}" destId="{07F06D73-ECDF-495F-9291-0DBFB2AD978B}" srcOrd="0" destOrd="0" presId="urn:microsoft.com/office/officeart/2005/8/layout/chevron2"/>
    <dgm:cxn modelId="{4FDD810A-0070-4B6E-A6A2-2E4BE4847A91}" type="presParOf" srcId="{4CCB34C4-C6EB-47AD-A537-8C26FD1BBC81}" destId="{005DEFC3-97FC-45F0-828B-EC8E2330A30F}" srcOrd="0" destOrd="0" presId="urn:microsoft.com/office/officeart/2005/8/layout/chevron2"/>
    <dgm:cxn modelId="{5562F6DE-A6C0-44CE-A545-598D12117ABE}" type="presParOf" srcId="{005DEFC3-97FC-45F0-828B-EC8E2330A30F}" destId="{8F263FD6-B033-470C-BD1A-DFC30D65C63D}" srcOrd="0" destOrd="0" presId="urn:microsoft.com/office/officeart/2005/8/layout/chevron2"/>
    <dgm:cxn modelId="{428F69E8-AE3E-4E1A-9F28-9179C8C08465}" type="presParOf" srcId="{005DEFC3-97FC-45F0-828B-EC8E2330A30F}" destId="{07F06D73-ECDF-495F-9291-0DBFB2AD978B}" srcOrd="1" destOrd="0" presId="urn:microsoft.com/office/officeart/2005/8/layout/chevron2"/>
    <dgm:cxn modelId="{EC82385C-7AB6-4248-B3E0-D4EF4C6648A5}" type="presParOf" srcId="{4CCB34C4-C6EB-47AD-A537-8C26FD1BBC81}" destId="{58059004-8D04-419D-80DC-C270352F89E8}" srcOrd="1" destOrd="0" presId="urn:microsoft.com/office/officeart/2005/8/layout/chevron2"/>
    <dgm:cxn modelId="{5D29EC17-65DB-406F-97A1-4BDD13E9B5B0}" type="presParOf" srcId="{4CCB34C4-C6EB-47AD-A537-8C26FD1BBC81}" destId="{3C0A42F7-A5A3-40F4-8A4E-7483046A1322}" srcOrd="2" destOrd="0" presId="urn:microsoft.com/office/officeart/2005/8/layout/chevron2"/>
    <dgm:cxn modelId="{165C07BA-FFAB-4E8F-8D87-F2E859C90311}" type="presParOf" srcId="{3C0A42F7-A5A3-40F4-8A4E-7483046A1322}" destId="{DB15031B-A99C-494E-A625-147D0FEBC9BB}" srcOrd="0" destOrd="0" presId="urn:microsoft.com/office/officeart/2005/8/layout/chevron2"/>
    <dgm:cxn modelId="{8328DCB2-A9DB-480A-A50F-97A774057691}" type="presParOf" srcId="{3C0A42F7-A5A3-40F4-8A4E-7483046A1322}" destId="{781FDCE4-F33B-4770-9A3A-FDD48CBDEE3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47E2A9-8FBF-489A-BD1B-5204D627799C}" type="doc">
      <dgm:prSet loTypeId="urn:microsoft.com/office/officeart/2005/8/layout/chevron2" loCatId="process" qsTypeId="urn:microsoft.com/office/officeart/2005/8/quickstyle/simple1" qsCatId="simple" csTypeId="urn:microsoft.com/office/officeart/2005/8/colors/accent1_2" csCatId="accent1" phldr="1"/>
      <dgm:spPr/>
    </dgm:pt>
    <dgm:pt modelId="{24E6E256-86E1-4AB0-9CBD-7ADBA68F9EEA}">
      <dgm:prSet phldrT="[Text]"/>
      <dgm:spPr/>
      <dgm:t>
        <a:bodyPr/>
        <a:lstStyle/>
        <a:p>
          <a:r>
            <a:rPr lang="en-ID" dirty="0"/>
            <a:t>MAR 2024</a:t>
          </a:r>
          <a:endParaRPr lang="en-US" dirty="0"/>
        </a:p>
      </dgm:t>
    </dgm:pt>
    <dgm:pt modelId="{5D48ED3E-2AD7-4C21-B71D-D0205C4E51AB}" type="parTrans" cxnId="{CD6C33EC-0781-4963-8971-A3635E30645D}">
      <dgm:prSet/>
      <dgm:spPr/>
      <dgm:t>
        <a:bodyPr/>
        <a:lstStyle/>
        <a:p>
          <a:endParaRPr lang="en-US"/>
        </a:p>
      </dgm:t>
    </dgm:pt>
    <dgm:pt modelId="{BC440452-E4D4-495E-A034-49390D2D8E8C}" type="sibTrans" cxnId="{CD6C33EC-0781-4963-8971-A3635E30645D}">
      <dgm:prSet/>
      <dgm:spPr/>
      <dgm:t>
        <a:bodyPr/>
        <a:lstStyle/>
        <a:p>
          <a:endParaRPr lang="en-US"/>
        </a:p>
      </dgm:t>
    </dgm:pt>
    <dgm:pt modelId="{54D81EED-717E-4476-811B-47077F6C2FE0}">
      <dgm:prSet phldrT="[Text]"/>
      <dgm:spPr/>
      <dgm:t>
        <a:bodyPr/>
        <a:lstStyle/>
        <a:p>
          <a:r>
            <a:rPr lang="en-ID" dirty="0"/>
            <a:t>APR 2024</a:t>
          </a:r>
          <a:endParaRPr lang="en-US" dirty="0"/>
        </a:p>
      </dgm:t>
    </dgm:pt>
    <dgm:pt modelId="{607690BF-2A97-492B-903B-3A7A0113288C}" type="parTrans" cxnId="{0814B6CB-1889-4D1A-B920-1C253ECB1C83}">
      <dgm:prSet/>
      <dgm:spPr/>
      <dgm:t>
        <a:bodyPr/>
        <a:lstStyle/>
        <a:p>
          <a:endParaRPr lang="en-US"/>
        </a:p>
      </dgm:t>
    </dgm:pt>
    <dgm:pt modelId="{EF050225-0C24-4C15-ADBD-7CD8B524F9D7}" type="sibTrans" cxnId="{0814B6CB-1889-4D1A-B920-1C253ECB1C83}">
      <dgm:prSet/>
      <dgm:spPr/>
      <dgm:t>
        <a:bodyPr/>
        <a:lstStyle/>
        <a:p>
          <a:endParaRPr lang="en-US"/>
        </a:p>
      </dgm:t>
    </dgm:pt>
    <dgm:pt modelId="{ED2EFB21-3544-47AB-AD9D-69216C2AF306}">
      <dgm:prSet phldrT="[Text]"/>
      <dgm:spPr/>
      <dgm:t>
        <a:bodyPr/>
        <a:lstStyle/>
        <a:p>
          <a:r>
            <a:rPr lang="en-ID" dirty="0"/>
            <a:t>Hotel Project continues…</a:t>
          </a:r>
          <a:endParaRPr lang="en-US" dirty="0"/>
        </a:p>
      </dgm:t>
    </dgm:pt>
    <dgm:pt modelId="{64BA062C-9CBB-49AF-A565-6346FAE3038A}" type="parTrans" cxnId="{A3B94EDB-6348-4AA4-A84E-3E7BBE67EE21}">
      <dgm:prSet/>
      <dgm:spPr/>
      <dgm:t>
        <a:bodyPr/>
        <a:lstStyle/>
        <a:p>
          <a:endParaRPr lang="en-US"/>
        </a:p>
      </dgm:t>
    </dgm:pt>
    <dgm:pt modelId="{1FFF63EA-F764-4246-9C3E-43C8E798E9E2}" type="sibTrans" cxnId="{A3B94EDB-6348-4AA4-A84E-3E7BBE67EE21}">
      <dgm:prSet/>
      <dgm:spPr/>
      <dgm:t>
        <a:bodyPr/>
        <a:lstStyle/>
        <a:p>
          <a:endParaRPr lang="en-US"/>
        </a:p>
      </dgm:t>
    </dgm:pt>
    <dgm:pt modelId="{9350122E-5E7B-4D3E-8679-36268178DFDA}">
      <dgm:prSet phldrT="[Text]"/>
      <dgm:spPr/>
      <dgm:t>
        <a:bodyPr/>
        <a:lstStyle/>
        <a:p>
          <a:r>
            <a:rPr lang="en-ID" dirty="0"/>
            <a:t>FEB 2024</a:t>
          </a:r>
          <a:endParaRPr lang="en-US" dirty="0"/>
        </a:p>
      </dgm:t>
    </dgm:pt>
    <dgm:pt modelId="{4CB2708C-608A-4AC1-B9A3-62C7A1AB8DCC}" type="parTrans" cxnId="{BD2B7A87-352C-435E-85BF-EBD64FEA1666}">
      <dgm:prSet/>
      <dgm:spPr/>
      <dgm:t>
        <a:bodyPr/>
        <a:lstStyle/>
        <a:p>
          <a:endParaRPr lang="en-US"/>
        </a:p>
      </dgm:t>
    </dgm:pt>
    <dgm:pt modelId="{DE173A3F-6003-4B73-8983-EA5B238DE9A6}" type="sibTrans" cxnId="{BD2B7A87-352C-435E-85BF-EBD64FEA1666}">
      <dgm:prSet/>
      <dgm:spPr/>
      <dgm:t>
        <a:bodyPr/>
        <a:lstStyle/>
        <a:p>
          <a:endParaRPr lang="en-US"/>
        </a:p>
      </dgm:t>
    </dgm:pt>
    <dgm:pt modelId="{029E6408-1877-4C83-9B15-35076EC26F33}">
      <dgm:prSet phldrT="[Text]"/>
      <dgm:spPr/>
      <dgm:t>
        <a:bodyPr/>
        <a:lstStyle/>
        <a:p>
          <a:r>
            <a:rPr lang="en-ID" dirty="0"/>
            <a:t>Got into library project as a website tester</a:t>
          </a:r>
          <a:endParaRPr lang="en-US" dirty="0"/>
        </a:p>
      </dgm:t>
    </dgm:pt>
    <dgm:pt modelId="{ACBF5EE0-FB03-41C8-B38E-54B605CBD61A}" type="parTrans" cxnId="{38DED7A7-548B-45DE-96DC-2BA80D4BD82A}">
      <dgm:prSet/>
      <dgm:spPr/>
      <dgm:t>
        <a:bodyPr/>
        <a:lstStyle/>
        <a:p>
          <a:endParaRPr lang="en-US"/>
        </a:p>
      </dgm:t>
    </dgm:pt>
    <dgm:pt modelId="{9B97305B-7C31-48D9-9063-F5800137B72F}" type="sibTrans" cxnId="{38DED7A7-548B-45DE-96DC-2BA80D4BD82A}">
      <dgm:prSet/>
      <dgm:spPr/>
      <dgm:t>
        <a:bodyPr/>
        <a:lstStyle/>
        <a:p>
          <a:endParaRPr lang="en-US"/>
        </a:p>
      </dgm:t>
    </dgm:pt>
    <dgm:pt modelId="{FE8C6172-E8E3-412E-A903-38BAD95DAE13}">
      <dgm:prSet phldrT="[Text]"/>
      <dgm:spPr/>
      <dgm:t>
        <a:bodyPr/>
        <a:lstStyle/>
        <a:p>
          <a:r>
            <a:rPr lang="en-ID" dirty="0"/>
            <a:t>Introduced into POSTMAN</a:t>
          </a:r>
          <a:endParaRPr lang="en-US" dirty="0"/>
        </a:p>
      </dgm:t>
    </dgm:pt>
    <dgm:pt modelId="{BBAB9756-949D-497C-B163-4C386192C50F}" type="parTrans" cxnId="{2BB594DB-C354-4BEB-AD94-7FFD03D2DE75}">
      <dgm:prSet/>
      <dgm:spPr/>
      <dgm:t>
        <a:bodyPr/>
        <a:lstStyle/>
        <a:p>
          <a:endParaRPr lang="en-US"/>
        </a:p>
      </dgm:t>
    </dgm:pt>
    <dgm:pt modelId="{2B6B03E8-5659-41FB-AEA7-3C10ECC4AFCA}" type="sibTrans" cxnId="{2BB594DB-C354-4BEB-AD94-7FFD03D2DE75}">
      <dgm:prSet/>
      <dgm:spPr/>
      <dgm:t>
        <a:bodyPr/>
        <a:lstStyle/>
        <a:p>
          <a:endParaRPr lang="en-US"/>
        </a:p>
      </dgm:t>
    </dgm:pt>
    <dgm:pt modelId="{11B5063D-371F-42F6-81D4-5DECA57A6FC0}">
      <dgm:prSet phldrT="[Text]"/>
      <dgm:spPr/>
      <dgm:t>
        <a:bodyPr/>
        <a:lstStyle/>
        <a:p>
          <a:r>
            <a:rPr lang="en-ID" dirty="0"/>
            <a:t>Technique research continues…</a:t>
          </a:r>
          <a:endParaRPr lang="en-US" dirty="0"/>
        </a:p>
      </dgm:t>
    </dgm:pt>
    <dgm:pt modelId="{EB74F6CD-B6C4-4C02-85BF-BEEF0947F019}" type="parTrans" cxnId="{294B4D6D-4614-4E5C-A423-4A84A29BDBAC}">
      <dgm:prSet/>
      <dgm:spPr/>
      <dgm:t>
        <a:bodyPr/>
        <a:lstStyle/>
        <a:p>
          <a:endParaRPr lang="en-US"/>
        </a:p>
      </dgm:t>
    </dgm:pt>
    <dgm:pt modelId="{724EFCC7-B203-4338-8DA0-4290437BAE46}" type="sibTrans" cxnId="{294B4D6D-4614-4E5C-A423-4A84A29BDBAC}">
      <dgm:prSet/>
      <dgm:spPr/>
      <dgm:t>
        <a:bodyPr/>
        <a:lstStyle/>
        <a:p>
          <a:endParaRPr lang="en-US"/>
        </a:p>
      </dgm:t>
    </dgm:pt>
    <dgm:pt modelId="{ED13419B-0BF5-4F40-A81A-A09DDCCCD3B0}">
      <dgm:prSet phldrT="[Text]"/>
      <dgm:spPr/>
      <dgm:t>
        <a:bodyPr/>
        <a:lstStyle/>
        <a:p>
          <a:r>
            <a:rPr lang="en-ID" dirty="0"/>
            <a:t>First time found the technique (I named it </a:t>
          </a:r>
          <a:r>
            <a:rPr lang="en-ID" dirty="0" err="1"/>
            <a:t>Omnitags</a:t>
          </a:r>
          <a:r>
            <a:rPr lang="en-ID" dirty="0"/>
            <a:t>)</a:t>
          </a:r>
          <a:endParaRPr lang="en-US" dirty="0"/>
        </a:p>
      </dgm:t>
    </dgm:pt>
    <dgm:pt modelId="{775CC6B6-C82B-4ED0-88A1-62066DF75FE1}" type="parTrans" cxnId="{307FAB77-4D4B-4801-9F86-533D35882E0F}">
      <dgm:prSet/>
      <dgm:spPr/>
      <dgm:t>
        <a:bodyPr/>
        <a:lstStyle/>
        <a:p>
          <a:endParaRPr lang="en-US"/>
        </a:p>
      </dgm:t>
    </dgm:pt>
    <dgm:pt modelId="{C43F3266-CDCC-4A94-B595-AECEBC68A979}" type="sibTrans" cxnId="{307FAB77-4D4B-4801-9F86-533D35882E0F}">
      <dgm:prSet/>
      <dgm:spPr/>
      <dgm:t>
        <a:bodyPr/>
        <a:lstStyle/>
        <a:p>
          <a:endParaRPr lang="en-US"/>
        </a:p>
      </dgm:t>
    </dgm:pt>
    <dgm:pt modelId="{E7A9B5BC-64B4-43DC-8032-85C4307AD84E}">
      <dgm:prSet phldrT="[Text]"/>
      <dgm:spPr/>
      <dgm:t>
        <a:bodyPr/>
        <a:lstStyle/>
        <a:p>
          <a:r>
            <a:rPr lang="en-ID" dirty="0"/>
            <a:t>Feature expansion</a:t>
          </a:r>
          <a:endParaRPr lang="en-US" dirty="0"/>
        </a:p>
      </dgm:t>
    </dgm:pt>
    <dgm:pt modelId="{532E4DFF-A5D7-4D35-A4DF-CA81B055CB4E}" type="parTrans" cxnId="{8F70BF49-EF64-4D19-80C1-1CA234EB1D0D}">
      <dgm:prSet/>
      <dgm:spPr/>
      <dgm:t>
        <a:bodyPr/>
        <a:lstStyle/>
        <a:p>
          <a:endParaRPr lang="en-US"/>
        </a:p>
      </dgm:t>
    </dgm:pt>
    <dgm:pt modelId="{5FC177E6-040F-4C9D-971E-E6796972F0B8}" type="sibTrans" cxnId="{8F70BF49-EF64-4D19-80C1-1CA234EB1D0D}">
      <dgm:prSet/>
      <dgm:spPr/>
      <dgm:t>
        <a:bodyPr/>
        <a:lstStyle/>
        <a:p>
          <a:endParaRPr lang="en-US"/>
        </a:p>
      </dgm:t>
    </dgm:pt>
    <dgm:pt modelId="{4CCB34C4-C6EB-47AD-A537-8C26FD1BBC81}" type="pres">
      <dgm:prSet presAssocID="{7A47E2A9-8FBF-489A-BD1B-5204D627799C}" presName="linearFlow" presStyleCnt="0">
        <dgm:presLayoutVars>
          <dgm:dir/>
          <dgm:animLvl val="lvl"/>
          <dgm:resizeHandles val="exact"/>
        </dgm:presLayoutVars>
      </dgm:prSet>
      <dgm:spPr/>
    </dgm:pt>
    <dgm:pt modelId="{32B8F99B-8F73-4980-A533-7C7604EDDB8A}" type="pres">
      <dgm:prSet presAssocID="{9350122E-5E7B-4D3E-8679-36268178DFDA}" presName="composite" presStyleCnt="0"/>
      <dgm:spPr/>
    </dgm:pt>
    <dgm:pt modelId="{581268D3-FFDE-4435-84A8-7AA4D63FBC81}" type="pres">
      <dgm:prSet presAssocID="{9350122E-5E7B-4D3E-8679-36268178DFDA}" presName="parentText" presStyleLbl="alignNode1" presStyleIdx="0" presStyleCnt="3">
        <dgm:presLayoutVars>
          <dgm:chMax val="1"/>
          <dgm:bulletEnabled val="1"/>
        </dgm:presLayoutVars>
      </dgm:prSet>
      <dgm:spPr/>
    </dgm:pt>
    <dgm:pt modelId="{9A6711C4-80AF-4393-B407-A17A7BEC283F}" type="pres">
      <dgm:prSet presAssocID="{9350122E-5E7B-4D3E-8679-36268178DFDA}" presName="descendantText" presStyleLbl="alignAcc1" presStyleIdx="0" presStyleCnt="3">
        <dgm:presLayoutVars>
          <dgm:bulletEnabled val="1"/>
        </dgm:presLayoutVars>
      </dgm:prSet>
      <dgm:spPr/>
    </dgm:pt>
    <dgm:pt modelId="{D847A4D2-67D9-4393-A2F7-07DB3AA5DACB}" type="pres">
      <dgm:prSet presAssocID="{DE173A3F-6003-4B73-8983-EA5B238DE9A6}" presName="sp" presStyleCnt="0"/>
      <dgm:spPr/>
    </dgm:pt>
    <dgm:pt modelId="{D0C14C1C-5130-492D-826B-36238DA7E11D}" type="pres">
      <dgm:prSet presAssocID="{24E6E256-86E1-4AB0-9CBD-7ADBA68F9EEA}" presName="composite" presStyleCnt="0"/>
      <dgm:spPr/>
    </dgm:pt>
    <dgm:pt modelId="{174F1955-A556-410B-A2AE-BEE4437AEC20}" type="pres">
      <dgm:prSet presAssocID="{24E6E256-86E1-4AB0-9CBD-7ADBA68F9EEA}" presName="parentText" presStyleLbl="alignNode1" presStyleIdx="1" presStyleCnt="3">
        <dgm:presLayoutVars>
          <dgm:chMax val="1"/>
          <dgm:bulletEnabled val="1"/>
        </dgm:presLayoutVars>
      </dgm:prSet>
      <dgm:spPr/>
    </dgm:pt>
    <dgm:pt modelId="{0F61C749-2F58-4DAA-8CDF-02CC04FEC1E3}" type="pres">
      <dgm:prSet presAssocID="{24E6E256-86E1-4AB0-9CBD-7ADBA68F9EEA}" presName="descendantText" presStyleLbl="alignAcc1" presStyleIdx="1" presStyleCnt="3">
        <dgm:presLayoutVars>
          <dgm:bulletEnabled val="1"/>
        </dgm:presLayoutVars>
      </dgm:prSet>
      <dgm:spPr/>
    </dgm:pt>
    <dgm:pt modelId="{46CB75F3-FC25-4AF9-A87F-A02B2DA7D201}" type="pres">
      <dgm:prSet presAssocID="{BC440452-E4D4-495E-A034-49390D2D8E8C}" presName="sp" presStyleCnt="0"/>
      <dgm:spPr/>
    </dgm:pt>
    <dgm:pt modelId="{5751A881-D1E0-419F-BF7A-1F41987ABA84}" type="pres">
      <dgm:prSet presAssocID="{54D81EED-717E-4476-811B-47077F6C2FE0}" presName="composite" presStyleCnt="0"/>
      <dgm:spPr/>
    </dgm:pt>
    <dgm:pt modelId="{3F262820-0FFC-49B4-A7ED-D0E49AF9CAEA}" type="pres">
      <dgm:prSet presAssocID="{54D81EED-717E-4476-811B-47077F6C2FE0}" presName="parentText" presStyleLbl="alignNode1" presStyleIdx="2" presStyleCnt="3">
        <dgm:presLayoutVars>
          <dgm:chMax val="1"/>
          <dgm:bulletEnabled val="1"/>
        </dgm:presLayoutVars>
      </dgm:prSet>
      <dgm:spPr/>
    </dgm:pt>
    <dgm:pt modelId="{9F7C3F7E-21C5-4E66-A540-7D69E8C867B1}" type="pres">
      <dgm:prSet presAssocID="{54D81EED-717E-4476-811B-47077F6C2FE0}" presName="descendantText" presStyleLbl="alignAcc1" presStyleIdx="2" presStyleCnt="3">
        <dgm:presLayoutVars>
          <dgm:bulletEnabled val="1"/>
        </dgm:presLayoutVars>
      </dgm:prSet>
      <dgm:spPr/>
    </dgm:pt>
  </dgm:ptLst>
  <dgm:cxnLst>
    <dgm:cxn modelId="{751EBC2A-C8E7-483B-BC82-045037AB8351}" type="presOf" srcId="{54D81EED-717E-4476-811B-47077F6C2FE0}" destId="{3F262820-0FFC-49B4-A7ED-D0E49AF9CAEA}" srcOrd="0" destOrd="0" presId="urn:microsoft.com/office/officeart/2005/8/layout/chevron2"/>
    <dgm:cxn modelId="{AD67AC2E-9E80-4E5D-92A0-C37A058E1ACC}" type="presOf" srcId="{9350122E-5E7B-4D3E-8679-36268178DFDA}" destId="{581268D3-FFDE-4435-84A8-7AA4D63FBC81}" srcOrd="0" destOrd="0" presId="urn:microsoft.com/office/officeart/2005/8/layout/chevron2"/>
    <dgm:cxn modelId="{1BDC5331-5B65-4C91-ACE9-5C6AD7AADD3C}" type="presOf" srcId="{ED13419B-0BF5-4F40-A81A-A09DDCCCD3B0}" destId="{9F7C3F7E-21C5-4E66-A540-7D69E8C867B1}" srcOrd="0" destOrd="0" presId="urn:microsoft.com/office/officeart/2005/8/layout/chevron2"/>
    <dgm:cxn modelId="{7DDFE73A-C03A-47AC-86AD-695DC8ED5F0C}" type="presOf" srcId="{11B5063D-371F-42F6-81D4-5DECA57A6FC0}" destId="{0F61C749-2F58-4DAA-8CDF-02CC04FEC1E3}" srcOrd="0" destOrd="1" presId="urn:microsoft.com/office/officeart/2005/8/layout/chevron2"/>
    <dgm:cxn modelId="{5DA1443D-B26D-4396-B508-7AA8AAA19CE2}" type="presOf" srcId="{E7A9B5BC-64B4-43DC-8032-85C4307AD84E}" destId="{9F7C3F7E-21C5-4E66-A540-7D69E8C867B1}" srcOrd="0" destOrd="1" presId="urn:microsoft.com/office/officeart/2005/8/layout/chevron2"/>
    <dgm:cxn modelId="{8F70BF49-EF64-4D19-80C1-1CA234EB1D0D}" srcId="{54D81EED-717E-4476-811B-47077F6C2FE0}" destId="{E7A9B5BC-64B4-43DC-8032-85C4307AD84E}" srcOrd="1" destOrd="0" parTransId="{532E4DFF-A5D7-4D35-A4DF-CA81B055CB4E}" sibTransId="{5FC177E6-040F-4C9D-971E-E6796972F0B8}"/>
    <dgm:cxn modelId="{5C0F516B-B643-4C78-AED9-52A2041CC893}" type="presOf" srcId="{ED2EFB21-3544-47AB-AD9D-69216C2AF306}" destId="{0F61C749-2F58-4DAA-8CDF-02CC04FEC1E3}" srcOrd="0" destOrd="0" presId="urn:microsoft.com/office/officeart/2005/8/layout/chevron2"/>
    <dgm:cxn modelId="{294B4D6D-4614-4E5C-A423-4A84A29BDBAC}" srcId="{24E6E256-86E1-4AB0-9CBD-7ADBA68F9EEA}" destId="{11B5063D-371F-42F6-81D4-5DECA57A6FC0}" srcOrd="1" destOrd="0" parTransId="{EB74F6CD-B6C4-4C02-85BF-BEEF0947F019}" sibTransId="{724EFCC7-B203-4338-8DA0-4290437BAE46}"/>
    <dgm:cxn modelId="{307FAB77-4D4B-4801-9F86-533D35882E0F}" srcId="{54D81EED-717E-4476-811B-47077F6C2FE0}" destId="{ED13419B-0BF5-4F40-A81A-A09DDCCCD3B0}" srcOrd="0" destOrd="0" parTransId="{775CC6B6-C82B-4ED0-88A1-62066DF75FE1}" sibTransId="{C43F3266-CDCC-4A94-B595-AECEBC68A979}"/>
    <dgm:cxn modelId="{BD2B7A87-352C-435E-85BF-EBD64FEA1666}" srcId="{7A47E2A9-8FBF-489A-BD1B-5204D627799C}" destId="{9350122E-5E7B-4D3E-8679-36268178DFDA}" srcOrd="0" destOrd="0" parTransId="{4CB2708C-608A-4AC1-B9A3-62C7A1AB8DCC}" sibTransId="{DE173A3F-6003-4B73-8983-EA5B238DE9A6}"/>
    <dgm:cxn modelId="{4E211592-2B82-491B-98D7-488ECE145799}" type="presOf" srcId="{24E6E256-86E1-4AB0-9CBD-7ADBA68F9EEA}" destId="{174F1955-A556-410B-A2AE-BEE4437AEC20}" srcOrd="0" destOrd="0" presId="urn:microsoft.com/office/officeart/2005/8/layout/chevron2"/>
    <dgm:cxn modelId="{38DED7A7-548B-45DE-96DC-2BA80D4BD82A}" srcId="{9350122E-5E7B-4D3E-8679-36268178DFDA}" destId="{029E6408-1877-4C83-9B15-35076EC26F33}" srcOrd="0" destOrd="0" parTransId="{ACBF5EE0-FB03-41C8-B38E-54B605CBD61A}" sibTransId="{9B97305B-7C31-48D9-9063-F5800137B72F}"/>
    <dgm:cxn modelId="{0814B6CB-1889-4D1A-B920-1C253ECB1C83}" srcId="{7A47E2A9-8FBF-489A-BD1B-5204D627799C}" destId="{54D81EED-717E-4476-811B-47077F6C2FE0}" srcOrd="2" destOrd="0" parTransId="{607690BF-2A97-492B-903B-3A7A0113288C}" sibTransId="{EF050225-0C24-4C15-ADBD-7CD8B524F9D7}"/>
    <dgm:cxn modelId="{A3B94EDB-6348-4AA4-A84E-3E7BBE67EE21}" srcId="{24E6E256-86E1-4AB0-9CBD-7ADBA68F9EEA}" destId="{ED2EFB21-3544-47AB-AD9D-69216C2AF306}" srcOrd="0" destOrd="0" parTransId="{64BA062C-9CBB-49AF-A565-6346FAE3038A}" sibTransId="{1FFF63EA-F764-4246-9C3E-43C8E798E9E2}"/>
    <dgm:cxn modelId="{2BB594DB-C354-4BEB-AD94-7FFD03D2DE75}" srcId="{9350122E-5E7B-4D3E-8679-36268178DFDA}" destId="{FE8C6172-E8E3-412E-A903-38BAD95DAE13}" srcOrd="1" destOrd="0" parTransId="{BBAB9756-949D-497C-B163-4C386192C50F}" sibTransId="{2B6B03E8-5659-41FB-AEA7-3C10ECC4AFCA}"/>
    <dgm:cxn modelId="{CD6C33EC-0781-4963-8971-A3635E30645D}" srcId="{7A47E2A9-8FBF-489A-BD1B-5204D627799C}" destId="{24E6E256-86E1-4AB0-9CBD-7ADBA68F9EEA}" srcOrd="1" destOrd="0" parTransId="{5D48ED3E-2AD7-4C21-B71D-D0205C4E51AB}" sibTransId="{BC440452-E4D4-495E-A034-49390D2D8E8C}"/>
    <dgm:cxn modelId="{B91522F1-EFAF-4678-A3A3-D9BD3BC8C44E}" type="presOf" srcId="{7A47E2A9-8FBF-489A-BD1B-5204D627799C}" destId="{4CCB34C4-C6EB-47AD-A537-8C26FD1BBC81}" srcOrd="0" destOrd="0" presId="urn:microsoft.com/office/officeart/2005/8/layout/chevron2"/>
    <dgm:cxn modelId="{E2FA9FF9-6073-43BB-B32A-864E415E841B}" type="presOf" srcId="{029E6408-1877-4C83-9B15-35076EC26F33}" destId="{9A6711C4-80AF-4393-B407-A17A7BEC283F}" srcOrd="0" destOrd="0" presId="urn:microsoft.com/office/officeart/2005/8/layout/chevron2"/>
    <dgm:cxn modelId="{DFDEAEFB-B595-47B2-960E-CC2A1B73EAE5}" type="presOf" srcId="{FE8C6172-E8E3-412E-A903-38BAD95DAE13}" destId="{9A6711C4-80AF-4393-B407-A17A7BEC283F}" srcOrd="0" destOrd="1" presId="urn:microsoft.com/office/officeart/2005/8/layout/chevron2"/>
    <dgm:cxn modelId="{BC26055B-714A-4519-A39B-F45376DACD39}" type="presParOf" srcId="{4CCB34C4-C6EB-47AD-A537-8C26FD1BBC81}" destId="{32B8F99B-8F73-4980-A533-7C7604EDDB8A}" srcOrd="0" destOrd="0" presId="urn:microsoft.com/office/officeart/2005/8/layout/chevron2"/>
    <dgm:cxn modelId="{7DE38448-D965-4FE7-9EF7-E55204F40F29}" type="presParOf" srcId="{32B8F99B-8F73-4980-A533-7C7604EDDB8A}" destId="{581268D3-FFDE-4435-84A8-7AA4D63FBC81}" srcOrd="0" destOrd="0" presId="urn:microsoft.com/office/officeart/2005/8/layout/chevron2"/>
    <dgm:cxn modelId="{BBFCDA22-2BE1-4323-86B9-D09D52A68056}" type="presParOf" srcId="{32B8F99B-8F73-4980-A533-7C7604EDDB8A}" destId="{9A6711C4-80AF-4393-B407-A17A7BEC283F}" srcOrd="1" destOrd="0" presId="urn:microsoft.com/office/officeart/2005/8/layout/chevron2"/>
    <dgm:cxn modelId="{E79A0550-1739-4141-B4DA-853CF5777BAC}" type="presParOf" srcId="{4CCB34C4-C6EB-47AD-A537-8C26FD1BBC81}" destId="{D847A4D2-67D9-4393-A2F7-07DB3AA5DACB}" srcOrd="1" destOrd="0" presId="urn:microsoft.com/office/officeart/2005/8/layout/chevron2"/>
    <dgm:cxn modelId="{9640A363-D511-4AF3-8BDA-7EE6128EADC1}" type="presParOf" srcId="{4CCB34C4-C6EB-47AD-A537-8C26FD1BBC81}" destId="{D0C14C1C-5130-492D-826B-36238DA7E11D}" srcOrd="2" destOrd="0" presId="urn:microsoft.com/office/officeart/2005/8/layout/chevron2"/>
    <dgm:cxn modelId="{7006C84F-B17A-47E5-9F56-8544D2FF186E}" type="presParOf" srcId="{D0C14C1C-5130-492D-826B-36238DA7E11D}" destId="{174F1955-A556-410B-A2AE-BEE4437AEC20}" srcOrd="0" destOrd="0" presId="urn:microsoft.com/office/officeart/2005/8/layout/chevron2"/>
    <dgm:cxn modelId="{EE375046-4731-4B6C-BBD1-4C80FBD08322}" type="presParOf" srcId="{D0C14C1C-5130-492D-826B-36238DA7E11D}" destId="{0F61C749-2F58-4DAA-8CDF-02CC04FEC1E3}" srcOrd="1" destOrd="0" presId="urn:microsoft.com/office/officeart/2005/8/layout/chevron2"/>
    <dgm:cxn modelId="{C8A1E44B-0170-4CCF-B3C8-94B8203A16C2}" type="presParOf" srcId="{4CCB34C4-C6EB-47AD-A537-8C26FD1BBC81}" destId="{46CB75F3-FC25-4AF9-A87F-A02B2DA7D201}" srcOrd="3" destOrd="0" presId="urn:microsoft.com/office/officeart/2005/8/layout/chevron2"/>
    <dgm:cxn modelId="{C1942247-CE2E-40DC-96A3-04827B62CD78}" type="presParOf" srcId="{4CCB34C4-C6EB-47AD-A537-8C26FD1BBC81}" destId="{5751A881-D1E0-419F-BF7A-1F41987ABA84}" srcOrd="4" destOrd="0" presId="urn:microsoft.com/office/officeart/2005/8/layout/chevron2"/>
    <dgm:cxn modelId="{725E22E4-8D30-4978-A8AC-012DC94DA9FA}" type="presParOf" srcId="{5751A881-D1E0-419F-BF7A-1F41987ABA84}" destId="{3F262820-0FFC-49B4-A7ED-D0E49AF9CAEA}" srcOrd="0" destOrd="0" presId="urn:microsoft.com/office/officeart/2005/8/layout/chevron2"/>
    <dgm:cxn modelId="{7913C406-9796-4F3D-B28F-AAAE26CD8E47}" type="presParOf" srcId="{5751A881-D1E0-419F-BF7A-1F41987ABA84}" destId="{9F7C3F7E-21C5-4E66-A540-7D69E8C867B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47E2A9-8FBF-489A-BD1B-5204D627799C}" type="doc">
      <dgm:prSet loTypeId="urn:microsoft.com/office/officeart/2005/8/layout/chevron2" loCatId="process" qsTypeId="urn:microsoft.com/office/officeart/2005/8/quickstyle/simple1" qsCatId="simple" csTypeId="urn:microsoft.com/office/officeart/2005/8/colors/accent1_2" csCatId="accent1" phldr="1"/>
      <dgm:spPr/>
    </dgm:pt>
    <dgm:pt modelId="{13ACC976-D2E9-4E88-9CAD-BA368FEACD73}">
      <dgm:prSet phldrT="[Text]"/>
      <dgm:spPr/>
      <dgm:t>
        <a:bodyPr/>
        <a:lstStyle/>
        <a:p>
          <a:r>
            <a:rPr lang="en-ID" dirty="0"/>
            <a:t>MAY 2024</a:t>
          </a:r>
          <a:endParaRPr lang="en-US" dirty="0"/>
        </a:p>
      </dgm:t>
    </dgm:pt>
    <dgm:pt modelId="{761C3A34-A6A7-45F6-B86D-5337852089D9}" type="parTrans" cxnId="{99A604ED-8665-4831-BB66-9001BBA39CBD}">
      <dgm:prSet/>
      <dgm:spPr/>
      <dgm:t>
        <a:bodyPr/>
        <a:lstStyle/>
        <a:p>
          <a:endParaRPr lang="en-US"/>
        </a:p>
      </dgm:t>
    </dgm:pt>
    <dgm:pt modelId="{B7E26E21-55FE-4214-9ED2-465AB605B408}" type="sibTrans" cxnId="{99A604ED-8665-4831-BB66-9001BBA39CBD}">
      <dgm:prSet/>
      <dgm:spPr/>
      <dgm:t>
        <a:bodyPr/>
        <a:lstStyle/>
        <a:p>
          <a:endParaRPr lang="en-US"/>
        </a:p>
      </dgm:t>
    </dgm:pt>
    <dgm:pt modelId="{44D635A3-EA95-484E-8A62-6479F0588DAF}">
      <dgm:prSet phldrT="[Text]"/>
      <dgm:spPr/>
      <dgm:t>
        <a:bodyPr/>
        <a:lstStyle/>
        <a:p>
          <a:r>
            <a:rPr lang="en-ID" dirty="0"/>
            <a:t>Hosted the website hotelkhenjy.com</a:t>
          </a:r>
          <a:endParaRPr lang="en-US" dirty="0"/>
        </a:p>
      </dgm:t>
    </dgm:pt>
    <dgm:pt modelId="{ADF92BB1-878F-449F-BFE5-366DD6EDE241}" type="parTrans" cxnId="{184F0213-3166-4B8D-A3AE-320848914E31}">
      <dgm:prSet/>
      <dgm:spPr/>
      <dgm:t>
        <a:bodyPr/>
        <a:lstStyle/>
        <a:p>
          <a:endParaRPr lang="en-US"/>
        </a:p>
      </dgm:t>
    </dgm:pt>
    <dgm:pt modelId="{1A5C8412-13E8-4B07-A662-AC8BC4852E11}" type="sibTrans" cxnId="{184F0213-3166-4B8D-A3AE-320848914E31}">
      <dgm:prSet/>
      <dgm:spPr/>
      <dgm:t>
        <a:bodyPr/>
        <a:lstStyle/>
        <a:p>
          <a:endParaRPr lang="en-US"/>
        </a:p>
      </dgm:t>
    </dgm:pt>
    <dgm:pt modelId="{DA4F2B5E-E08B-4F7F-A897-E5A8D567A6C5}">
      <dgm:prSet phldrT="[Text]"/>
      <dgm:spPr/>
      <dgm:t>
        <a:bodyPr/>
        <a:lstStyle/>
        <a:p>
          <a:r>
            <a:rPr lang="en-ID" dirty="0"/>
            <a:t>JUN 2024</a:t>
          </a:r>
          <a:endParaRPr lang="en-US" dirty="0"/>
        </a:p>
      </dgm:t>
    </dgm:pt>
    <dgm:pt modelId="{74F4DCAA-4BEB-4071-A21F-0F6CF771F639}" type="parTrans" cxnId="{ECFF5FB2-9C6B-458C-8704-0F243094D6C5}">
      <dgm:prSet/>
      <dgm:spPr/>
      <dgm:t>
        <a:bodyPr/>
        <a:lstStyle/>
        <a:p>
          <a:endParaRPr lang="en-US"/>
        </a:p>
      </dgm:t>
    </dgm:pt>
    <dgm:pt modelId="{ABCD78D2-6848-46F3-BA15-203EC9E0951D}" type="sibTrans" cxnId="{ECFF5FB2-9C6B-458C-8704-0F243094D6C5}">
      <dgm:prSet/>
      <dgm:spPr/>
      <dgm:t>
        <a:bodyPr/>
        <a:lstStyle/>
        <a:p>
          <a:endParaRPr lang="en-US"/>
        </a:p>
      </dgm:t>
    </dgm:pt>
    <dgm:pt modelId="{0B73AB6B-FD4A-41EC-925C-1978219E8867}">
      <dgm:prSet phldrT="[Text]"/>
      <dgm:spPr/>
      <dgm:t>
        <a:bodyPr/>
        <a:lstStyle/>
        <a:p>
          <a:r>
            <a:rPr lang="en-ID" dirty="0"/>
            <a:t>Data validation</a:t>
          </a:r>
          <a:endParaRPr lang="en-US" dirty="0"/>
        </a:p>
      </dgm:t>
    </dgm:pt>
    <dgm:pt modelId="{9AFBA7AE-F99D-4663-BD85-7196D02D3724}" type="parTrans" cxnId="{EF354C34-CDBE-4C53-A68F-726F7359E3F3}">
      <dgm:prSet/>
      <dgm:spPr/>
      <dgm:t>
        <a:bodyPr/>
        <a:lstStyle/>
        <a:p>
          <a:endParaRPr lang="en-US"/>
        </a:p>
      </dgm:t>
    </dgm:pt>
    <dgm:pt modelId="{F10C5032-FDC4-4F0B-A2F4-4B5C4BC15C48}" type="sibTrans" cxnId="{EF354C34-CDBE-4C53-A68F-726F7359E3F3}">
      <dgm:prSet/>
      <dgm:spPr/>
      <dgm:t>
        <a:bodyPr/>
        <a:lstStyle/>
        <a:p>
          <a:endParaRPr lang="en-US"/>
        </a:p>
      </dgm:t>
    </dgm:pt>
    <dgm:pt modelId="{D8FC4EC2-D5FB-43E6-8352-F51F9BAA4AB9}">
      <dgm:prSet phldrT="[Text]"/>
      <dgm:spPr/>
      <dgm:t>
        <a:bodyPr/>
        <a:lstStyle/>
        <a:p>
          <a:r>
            <a:rPr lang="en-ID" dirty="0"/>
            <a:t>Better UI</a:t>
          </a:r>
          <a:endParaRPr lang="en-US" dirty="0"/>
        </a:p>
      </dgm:t>
    </dgm:pt>
    <dgm:pt modelId="{E0E1EC47-5FAE-419D-9012-6CA79F46BBDC}" type="parTrans" cxnId="{455A312F-E2BC-45DC-8DF6-94BE11AAC3E4}">
      <dgm:prSet/>
      <dgm:spPr/>
      <dgm:t>
        <a:bodyPr/>
        <a:lstStyle/>
        <a:p>
          <a:endParaRPr lang="en-US"/>
        </a:p>
      </dgm:t>
    </dgm:pt>
    <dgm:pt modelId="{A11B1EAF-53C3-4FF7-A30B-3A90B47BD250}" type="sibTrans" cxnId="{455A312F-E2BC-45DC-8DF6-94BE11AAC3E4}">
      <dgm:prSet/>
      <dgm:spPr/>
      <dgm:t>
        <a:bodyPr/>
        <a:lstStyle/>
        <a:p>
          <a:endParaRPr lang="en-US"/>
        </a:p>
      </dgm:t>
    </dgm:pt>
    <dgm:pt modelId="{D35C94FB-2141-47F9-896F-31A41511911D}">
      <dgm:prSet phldrT="[Text]"/>
      <dgm:spPr/>
      <dgm:t>
        <a:bodyPr/>
        <a:lstStyle/>
        <a:p>
          <a:r>
            <a:rPr lang="en-ID" dirty="0"/>
            <a:t>Future</a:t>
          </a:r>
          <a:endParaRPr lang="en-US" dirty="0"/>
        </a:p>
      </dgm:t>
    </dgm:pt>
    <dgm:pt modelId="{05E33E0E-BCE4-4D9D-A667-E654CA871F73}" type="parTrans" cxnId="{956CA85A-E7D9-4F4F-A2EA-D85608C0AC5D}">
      <dgm:prSet/>
      <dgm:spPr/>
      <dgm:t>
        <a:bodyPr/>
        <a:lstStyle/>
        <a:p>
          <a:endParaRPr lang="en-US"/>
        </a:p>
      </dgm:t>
    </dgm:pt>
    <dgm:pt modelId="{57447005-4F68-4E0B-8446-BB0EEECAB612}" type="sibTrans" cxnId="{956CA85A-E7D9-4F4F-A2EA-D85608C0AC5D}">
      <dgm:prSet/>
      <dgm:spPr/>
      <dgm:t>
        <a:bodyPr/>
        <a:lstStyle/>
        <a:p>
          <a:endParaRPr lang="en-US"/>
        </a:p>
      </dgm:t>
    </dgm:pt>
    <dgm:pt modelId="{68357409-A900-4987-A78E-27B163699A36}">
      <dgm:prSet phldrT="[Text]"/>
      <dgm:spPr/>
      <dgm:t>
        <a:bodyPr/>
        <a:lstStyle/>
        <a:p>
          <a:r>
            <a:rPr lang="en-ID" dirty="0"/>
            <a:t>Implementation on other frameworks</a:t>
          </a:r>
          <a:endParaRPr lang="en-US" dirty="0"/>
        </a:p>
      </dgm:t>
    </dgm:pt>
    <dgm:pt modelId="{013949A4-BB89-4A6D-ADB3-3E96CB8C1024}" type="parTrans" cxnId="{4198F39E-C1C0-4747-BCBD-B88DEA3F0809}">
      <dgm:prSet/>
      <dgm:spPr/>
      <dgm:t>
        <a:bodyPr/>
        <a:lstStyle/>
        <a:p>
          <a:endParaRPr lang="en-US"/>
        </a:p>
      </dgm:t>
    </dgm:pt>
    <dgm:pt modelId="{DD753764-5FC8-48B1-9049-3C04BF03A197}" type="sibTrans" cxnId="{4198F39E-C1C0-4747-BCBD-B88DEA3F0809}">
      <dgm:prSet/>
      <dgm:spPr/>
      <dgm:t>
        <a:bodyPr/>
        <a:lstStyle/>
        <a:p>
          <a:endParaRPr lang="en-US"/>
        </a:p>
      </dgm:t>
    </dgm:pt>
    <dgm:pt modelId="{4CCB34C4-C6EB-47AD-A537-8C26FD1BBC81}" type="pres">
      <dgm:prSet presAssocID="{7A47E2A9-8FBF-489A-BD1B-5204D627799C}" presName="linearFlow" presStyleCnt="0">
        <dgm:presLayoutVars>
          <dgm:dir/>
          <dgm:animLvl val="lvl"/>
          <dgm:resizeHandles val="exact"/>
        </dgm:presLayoutVars>
      </dgm:prSet>
      <dgm:spPr/>
    </dgm:pt>
    <dgm:pt modelId="{15E3D95F-BE00-45DB-B6A0-CEB4601267E8}" type="pres">
      <dgm:prSet presAssocID="{13ACC976-D2E9-4E88-9CAD-BA368FEACD73}" presName="composite" presStyleCnt="0"/>
      <dgm:spPr/>
    </dgm:pt>
    <dgm:pt modelId="{D7665EBE-F923-41BA-A2B3-8D83636B4F65}" type="pres">
      <dgm:prSet presAssocID="{13ACC976-D2E9-4E88-9CAD-BA368FEACD73}" presName="parentText" presStyleLbl="alignNode1" presStyleIdx="0" presStyleCnt="3">
        <dgm:presLayoutVars>
          <dgm:chMax val="1"/>
          <dgm:bulletEnabled val="1"/>
        </dgm:presLayoutVars>
      </dgm:prSet>
      <dgm:spPr/>
    </dgm:pt>
    <dgm:pt modelId="{DD6B8094-2C2B-4DA0-8A55-CB257D610F9E}" type="pres">
      <dgm:prSet presAssocID="{13ACC976-D2E9-4E88-9CAD-BA368FEACD73}" presName="descendantText" presStyleLbl="alignAcc1" presStyleIdx="0" presStyleCnt="3">
        <dgm:presLayoutVars>
          <dgm:bulletEnabled val="1"/>
        </dgm:presLayoutVars>
      </dgm:prSet>
      <dgm:spPr/>
    </dgm:pt>
    <dgm:pt modelId="{901B0F7C-0C64-4149-84DB-312E955D64A5}" type="pres">
      <dgm:prSet presAssocID="{B7E26E21-55FE-4214-9ED2-465AB605B408}" presName="sp" presStyleCnt="0"/>
      <dgm:spPr/>
    </dgm:pt>
    <dgm:pt modelId="{EE8A8035-5801-47C8-A554-79CD0C7006AC}" type="pres">
      <dgm:prSet presAssocID="{DA4F2B5E-E08B-4F7F-A897-E5A8D567A6C5}" presName="composite" presStyleCnt="0"/>
      <dgm:spPr/>
    </dgm:pt>
    <dgm:pt modelId="{12B314B8-1633-415B-BC18-57FB3A154AEF}" type="pres">
      <dgm:prSet presAssocID="{DA4F2B5E-E08B-4F7F-A897-E5A8D567A6C5}" presName="parentText" presStyleLbl="alignNode1" presStyleIdx="1" presStyleCnt="3">
        <dgm:presLayoutVars>
          <dgm:chMax val="1"/>
          <dgm:bulletEnabled val="1"/>
        </dgm:presLayoutVars>
      </dgm:prSet>
      <dgm:spPr/>
    </dgm:pt>
    <dgm:pt modelId="{5DA5C999-16DD-40FA-BE16-C440A6DB0010}" type="pres">
      <dgm:prSet presAssocID="{DA4F2B5E-E08B-4F7F-A897-E5A8D567A6C5}" presName="descendantText" presStyleLbl="alignAcc1" presStyleIdx="1" presStyleCnt="3">
        <dgm:presLayoutVars>
          <dgm:bulletEnabled val="1"/>
        </dgm:presLayoutVars>
      </dgm:prSet>
      <dgm:spPr/>
    </dgm:pt>
    <dgm:pt modelId="{4E2E135C-DF01-47E4-A74B-26B4DBC6C69E}" type="pres">
      <dgm:prSet presAssocID="{ABCD78D2-6848-46F3-BA15-203EC9E0951D}" presName="sp" presStyleCnt="0"/>
      <dgm:spPr/>
    </dgm:pt>
    <dgm:pt modelId="{B25DEBCA-16CC-4B58-B2DE-F33EA5E18BF7}" type="pres">
      <dgm:prSet presAssocID="{D35C94FB-2141-47F9-896F-31A41511911D}" presName="composite" presStyleCnt="0"/>
      <dgm:spPr/>
    </dgm:pt>
    <dgm:pt modelId="{B02C4DDE-5EBD-4AAD-92D9-97666399A318}" type="pres">
      <dgm:prSet presAssocID="{D35C94FB-2141-47F9-896F-31A41511911D}" presName="parentText" presStyleLbl="alignNode1" presStyleIdx="2" presStyleCnt="3">
        <dgm:presLayoutVars>
          <dgm:chMax val="1"/>
          <dgm:bulletEnabled val="1"/>
        </dgm:presLayoutVars>
      </dgm:prSet>
      <dgm:spPr/>
    </dgm:pt>
    <dgm:pt modelId="{4EC2A59B-F26D-4D10-963B-5194B750D972}" type="pres">
      <dgm:prSet presAssocID="{D35C94FB-2141-47F9-896F-31A41511911D}" presName="descendantText" presStyleLbl="alignAcc1" presStyleIdx="2" presStyleCnt="3">
        <dgm:presLayoutVars>
          <dgm:bulletEnabled val="1"/>
        </dgm:presLayoutVars>
      </dgm:prSet>
      <dgm:spPr/>
    </dgm:pt>
  </dgm:ptLst>
  <dgm:cxnLst>
    <dgm:cxn modelId="{184F0213-3166-4B8D-A3AE-320848914E31}" srcId="{13ACC976-D2E9-4E88-9CAD-BA368FEACD73}" destId="{44D635A3-EA95-484E-8A62-6479F0588DAF}" srcOrd="0" destOrd="0" parTransId="{ADF92BB1-878F-449F-BFE5-366DD6EDE241}" sibTransId="{1A5C8412-13E8-4B07-A662-AC8BC4852E11}"/>
    <dgm:cxn modelId="{432C4815-4C76-4605-87FA-CDD74A9CD868}" type="presOf" srcId="{D8FC4EC2-D5FB-43E6-8352-F51F9BAA4AB9}" destId="{5DA5C999-16DD-40FA-BE16-C440A6DB0010}" srcOrd="0" destOrd="1" presId="urn:microsoft.com/office/officeart/2005/8/layout/chevron2"/>
    <dgm:cxn modelId="{B006ED2C-4A69-4B8F-90A7-9F1D1D7A0EDA}" type="presOf" srcId="{13ACC976-D2E9-4E88-9CAD-BA368FEACD73}" destId="{D7665EBE-F923-41BA-A2B3-8D83636B4F65}" srcOrd="0" destOrd="0" presId="urn:microsoft.com/office/officeart/2005/8/layout/chevron2"/>
    <dgm:cxn modelId="{455A312F-E2BC-45DC-8DF6-94BE11AAC3E4}" srcId="{DA4F2B5E-E08B-4F7F-A897-E5A8D567A6C5}" destId="{D8FC4EC2-D5FB-43E6-8352-F51F9BAA4AB9}" srcOrd="1" destOrd="0" parTransId="{E0E1EC47-5FAE-419D-9012-6CA79F46BBDC}" sibTransId="{A11B1EAF-53C3-4FF7-A30B-3A90B47BD250}"/>
    <dgm:cxn modelId="{EF354C34-CDBE-4C53-A68F-726F7359E3F3}" srcId="{DA4F2B5E-E08B-4F7F-A897-E5A8D567A6C5}" destId="{0B73AB6B-FD4A-41EC-925C-1978219E8867}" srcOrd="0" destOrd="0" parTransId="{9AFBA7AE-F99D-4663-BD85-7196D02D3724}" sibTransId="{F10C5032-FDC4-4F0B-A2F4-4B5C4BC15C48}"/>
    <dgm:cxn modelId="{9D2A055D-DF17-4AE2-B3D8-7A0F7A7E858C}" type="presOf" srcId="{68357409-A900-4987-A78E-27B163699A36}" destId="{4EC2A59B-F26D-4D10-963B-5194B750D972}" srcOrd="0" destOrd="0" presId="urn:microsoft.com/office/officeart/2005/8/layout/chevron2"/>
    <dgm:cxn modelId="{D34C5449-BFE1-41B7-BAE3-EFEC549FBD03}" type="presOf" srcId="{44D635A3-EA95-484E-8A62-6479F0588DAF}" destId="{DD6B8094-2C2B-4DA0-8A55-CB257D610F9E}" srcOrd="0" destOrd="0" presId="urn:microsoft.com/office/officeart/2005/8/layout/chevron2"/>
    <dgm:cxn modelId="{9BD3B94F-DEAC-488E-A569-69E0DA470AEF}" type="presOf" srcId="{D35C94FB-2141-47F9-896F-31A41511911D}" destId="{B02C4DDE-5EBD-4AAD-92D9-97666399A318}" srcOrd="0" destOrd="0" presId="urn:microsoft.com/office/officeart/2005/8/layout/chevron2"/>
    <dgm:cxn modelId="{956CA85A-E7D9-4F4F-A2EA-D85608C0AC5D}" srcId="{7A47E2A9-8FBF-489A-BD1B-5204D627799C}" destId="{D35C94FB-2141-47F9-896F-31A41511911D}" srcOrd="2" destOrd="0" parTransId="{05E33E0E-BCE4-4D9D-A667-E654CA871F73}" sibTransId="{57447005-4F68-4E0B-8446-BB0EEECAB612}"/>
    <dgm:cxn modelId="{4198F39E-C1C0-4747-BCBD-B88DEA3F0809}" srcId="{D35C94FB-2141-47F9-896F-31A41511911D}" destId="{68357409-A900-4987-A78E-27B163699A36}" srcOrd="0" destOrd="0" parTransId="{013949A4-BB89-4A6D-ADB3-3E96CB8C1024}" sibTransId="{DD753764-5FC8-48B1-9049-3C04BF03A197}"/>
    <dgm:cxn modelId="{3BEE91AB-ADB9-4D84-B665-6C2C5711F5A3}" type="presOf" srcId="{DA4F2B5E-E08B-4F7F-A897-E5A8D567A6C5}" destId="{12B314B8-1633-415B-BC18-57FB3A154AEF}" srcOrd="0" destOrd="0" presId="urn:microsoft.com/office/officeart/2005/8/layout/chevron2"/>
    <dgm:cxn modelId="{ECFF5FB2-9C6B-458C-8704-0F243094D6C5}" srcId="{7A47E2A9-8FBF-489A-BD1B-5204D627799C}" destId="{DA4F2B5E-E08B-4F7F-A897-E5A8D567A6C5}" srcOrd="1" destOrd="0" parTransId="{74F4DCAA-4BEB-4071-A21F-0F6CF771F639}" sibTransId="{ABCD78D2-6848-46F3-BA15-203EC9E0951D}"/>
    <dgm:cxn modelId="{481B28E4-3074-4129-A125-EA0D84501C36}" type="presOf" srcId="{0B73AB6B-FD4A-41EC-925C-1978219E8867}" destId="{5DA5C999-16DD-40FA-BE16-C440A6DB0010}" srcOrd="0" destOrd="0" presId="urn:microsoft.com/office/officeart/2005/8/layout/chevron2"/>
    <dgm:cxn modelId="{99A604ED-8665-4831-BB66-9001BBA39CBD}" srcId="{7A47E2A9-8FBF-489A-BD1B-5204D627799C}" destId="{13ACC976-D2E9-4E88-9CAD-BA368FEACD73}" srcOrd="0" destOrd="0" parTransId="{761C3A34-A6A7-45F6-B86D-5337852089D9}" sibTransId="{B7E26E21-55FE-4214-9ED2-465AB605B408}"/>
    <dgm:cxn modelId="{B91522F1-EFAF-4678-A3A3-D9BD3BC8C44E}" type="presOf" srcId="{7A47E2A9-8FBF-489A-BD1B-5204D627799C}" destId="{4CCB34C4-C6EB-47AD-A537-8C26FD1BBC81}" srcOrd="0" destOrd="0" presId="urn:microsoft.com/office/officeart/2005/8/layout/chevron2"/>
    <dgm:cxn modelId="{F614D575-2E0E-41EA-902B-DCE6B6C69EFA}" type="presParOf" srcId="{4CCB34C4-C6EB-47AD-A537-8C26FD1BBC81}" destId="{15E3D95F-BE00-45DB-B6A0-CEB4601267E8}" srcOrd="0" destOrd="0" presId="urn:microsoft.com/office/officeart/2005/8/layout/chevron2"/>
    <dgm:cxn modelId="{DB5CFF0D-F515-4A33-8194-E66ABFDF1B2A}" type="presParOf" srcId="{15E3D95F-BE00-45DB-B6A0-CEB4601267E8}" destId="{D7665EBE-F923-41BA-A2B3-8D83636B4F65}" srcOrd="0" destOrd="0" presId="urn:microsoft.com/office/officeart/2005/8/layout/chevron2"/>
    <dgm:cxn modelId="{E112013A-730C-4BEE-A790-9FF2D946C4F0}" type="presParOf" srcId="{15E3D95F-BE00-45DB-B6A0-CEB4601267E8}" destId="{DD6B8094-2C2B-4DA0-8A55-CB257D610F9E}" srcOrd="1" destOrd="0" presId="urn:microsoft.com/office/officeart/2005/8/layout/chevron2"/>
    <dgm:cxn modelId="{20FD8C19-FAB0-4D77-921A-F92EEC1106C9}" type="presParOf" srcId="{4CCB34C4-C6EB-47AD-A537-8C26FD1BBC81}" destId="{901B0F7C-0C64-4149-84DB-312E955D64A5}" srcOrd="1" destOrd="0" presId="urn:microsoft.com/office/officeart/2005/8/layout/chevron2"/>
    <dgm:cxn modelId="{FA1317EB-C6C3-418C-ABEB-4EF36D4DB9D2}" type="presParOf" srcId="{4CCB34C4-C6EB-47AD-A537-8C26FD1BBC81}" destId="{EE8A8035-5801-47C8-A554-79CD0C7006AC}" srcOrd="2" destOrd="0" presId="urn:microsoft.com/office/officeart/2005/8/layout/chevron2"/>
    <dgm:cxn modelId="{C638AA31-0C50-446B-A374-E1F0E27443E8}" type="presParOf" srcId="{EE8A8035-5801-47C8-A554-79CD0C7006AC}" destId="{12B314B8-1633-415B-BC18-57FB3A154AEF}" srcOrd="0" destOrd="0" presId="urn:microsoft.com/office/officeart/2005/8/layout/chevron2"/>
    <dgm:cxn modelId="{0E9D188E-1DFF-481E-B716-B3EE3A689301}" type="presParOf" srcId="{EE8A8035-5801-47C8-A554-79CD0C7006AC}" destId="{5DA5C999-16DD-40FA-BE16-C440A6DB0010}" srcOrd="1" destOrd="0" presId="urn:microsoft.com/office/officeart/2005/8/layout/chevron2"/>
    <dgm:cxn modelId="{09A2743A-116B-4B9F-A8A7-EB3025893B69}" type="presParOf" srcId="{4CCB34C4-C6EB-47AD-A537-8C26FD1BBC81}" destId="{4E2E135C-DF01-47E4-A74B-26B4DBC6C69E}" srcOrd="3" destOrd="0" presId="urn:microsoft.com/office/officeart/2005/8/layout/chevron2"/>
    <dgm:cxn modelId="{081EF7CD-FD8F-44AF-A1CD-103B833EB8A5}" type="presParOf" srcId="{4CCB34C4-C6EB-47AD-A537-8C26FD1BBC81}" destId="{B25DEBCA-16CC-4B58-B2DE-F33EA5E18BF7}" srcOrd="4" destOrd="0" presId="urn:microsoft.com/office/officeart/2005/8/layout/chevron2"/>
    <dgm:cxn modelId="{A1491379-A451-4B97-A438-FD6CA7FFA853}" type="presParOf" srcId="{B25DEBCA-16CC-4B58-B2DE-F33EA5E18BF7}" destId="{B02C4DDE-5EBD-4AAD-92D9-97666399A318}" srcOrd="0" destOrd="0" presId="urn:microsoft.com/office/officeart/2005/8/layout/chevron2"/>
    <dgm:cxn modelId="{10CE59A4-4019-4610-9A07-BF6906247233}" type="presParOf" srcId="{B25DEBCA-16CC-4B58-B2DE-F33EA5E18BF7}" destId="{4EC2A59B-F26D-4D10-963B-5194B750D97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263FD6-B033-470C-BD1A-DFC30D65C63D}">
      <dsp:nvSpPr>
        <dsp:cNvPr id="0" name=""/>
        <dsp:cNvSpPr/>
      </dsp:nvSpPr>
      <dsp:spPr>
        <a:xfrm rot="5400000">
          <a:off x="-277741" y="279450"/>
          <a:ext cx="1851607" cy="1296125"/>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ID" sz="2100" kern="1200" dirty="0"/>
            <a:t>DEC 2023</a:t>
          </a:r>
          <a:endParaRPr lang="en-US" sz="2100" kern="1200" dirty="0"/>
        </a:p>
      </dsp:txBody>
      <dsp:txXfrm rot="-5400000">
        <a:off x="1" y="649772"/>
        <a:ext cx="1296125" cy="555482"/>
      </dsp:txXfrm>
    </dsp:sp>
    <dsp:sp modelId="{07F06D73-ECDF-495F-9291-0DBFB2AD978B}">
      <dsp:nvSpPr>
        <dsp:cNvPr id="0" name=""/>
        <dsp:cNvSpPr/>
      </dsp:nvSpPr>
      <dsp:spPr>
        <a:xfrm rot="5400000">
          <a:off x="4458746" y="-3160911"/>
          <a:ext cx="1203545" cy="7528787"/>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ID" sz="2200" kern="1200" dirty="0"/>
            <a:t>Got </a:t>
          </a:r>
          <a:r>
            <a:rPr lang="en-ID" sz="2200" kern="1200"/>
            <a:t>the idea</a:t>
          </a:r>
          <a:endParaRPr lang="en-US" sz="2200" kern="1200" dirty="0"/>
        </a:p>
      </dsp:txBody>
      <dsp:txXfrm rot="-5400000">
        <a:off x="1296125" y="60462"/>
        <a:ext cx="7470035" cy="1086041"/>
      </dsp:txXfrm>
    </dsp:sp>
    <dsp:sp modelId="{DB15031B-A99C-494E-A625-147D0FEBC9BB}">
      <dsp:nvSpPr>
        <dsp:cNvPr id="0" name=""/>
        <dsp:cNvSpPr/>
      </dsp:nvSpPr>
      <dsp:spPr>
        <a:xfrm rot="5400000">
          <a:off x="-277741" y="1840723"/>
          <a:ext cx="1851607" cy="1296125"/>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ID" sz="2100" kern="1200" dirty="0"/>
            <a:t>JAN 2024</a:t>
          </a:r>
          <a:endParaRPr lang="en-US" sz="2100" kern="1200" dirty="0"/>
        </a:p>
      </dsp:txBody>
      <dsp:txXfrm rot="-5400000">
        <a:off x="1" y="2211045"/>
        <a:ext cx="1296125" cy="555482"/>
      </dsp:txXfrm>
    </dsp:sp>
    <dsp:sp modelId="{781FDCE4-F33B-4770-9A3A-FDD48CBDEE3C}">
      <dsp:nvSpPr>
        <dsp:cNvPr id="0" name=""/>
        <dsp:cNvSpPr/>
      </dsp:nvSpPr>
      <dsp:spPr>
        <a:xfrm rot="5400000">
          <a:off x="4458746" y="-1599638"/>
          <a:ext cx="1203545" cy="7528787"/>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ID" sz="2200" kern="1200" dirty="0"/>
            <a:t>Interview with Sir </a:t>
          </a:r>
          <a:r>
            <a:rPr lang="en-ID" sz="2200" kern="1200" dirty="0" err="1"/>
            <a:t>Yodi</a:t>
          </a:r>
          <a:endParaRPr lang="en-US" sz="2200" kern="1200" dirty="0"/>
        </a:p>
        <a:p>
          <a:pPr marL="228600" lvl="1" indent="-228600" algn="l" defTabSz="977900">
            <a:lnSpc>
              <a:spcPct val="90000"/>
            </a:lnSpc>
            <a:spcBef>
              <a:spcPct val="0"/>
            </a:spcBef>
            <a:spcAft>
              <a:spcPct val="15000"/>
            </a:spcAft>
            <a:buChar char="•"/>
          </a:pPr>
          <a:r>
            <a:rPr lang="en-ID" sz="2200" kern="1200" dirty="0"/>
            <a:t>About is my app implement OOP yet?</a:t>
          </a:r>
          <a:endParaRPr lang="en-US" sz="2200" kern="1200" dirty="0"/>
        </a:p>
        <a:p>
          <a:pPr marL="228600" lvl="1" indent="-228600" algn="l" defTabSz="977900">
            <a:lnSpc>
              <a:spcPct val="90000"/>
            </a:lnSpc>
            <a:spcBef>
              <a:spcPct val="0"/>
            </a:spcBef>
            <a:spcAft>
              <a:spcPct val="15000"/>
            </a:spcAft>
            <a:buChar char="•"/>
          </a:pPr>
          <a:r>
            <a:rPr lang="en-ID" sz="2200" kern="1200" dirty="0"/>
            <a:t>Feedback: Good for small scale, not for big scale</a:t>
          </a:r>
          <a:endParaRPr lang="en-US" sz="2200" kern="1200" dirty="0"/>
        </a:p>
      </dsp:txBody>
      <dsp:txXfrm rot="-5400000">
        <a:off x="1296125" y="1621735"/>
        <a:ext cx="7470035" cy="10860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1268D3-FFDE-4435-84A8-7AA4D63FBC81}">
      <dsp:nvSpPr>
        <dsp:cNvPr id="0" name=""/>
        <dsp:cNvSpPr/>
      </dsp:nvSpPr>
      <dsp:spPr>
        <a:xfrm rot="5400000">
          <a:off x="-190665" y="191470"/>
          <a:ext cx="1271103" cy="889772"/>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D" sz="1400" kern="1200" dirty="0"/>
            <a:t>FEB 2024</a:t>
          </a:r>
          <a:endParaRPr lang="en-US" sz="1400" kern="1200" dirty="0"/>
        </a:p>
      </dsp:txBody>
      <dsp:txXfrm rot="-5400000">
        <a:off x="1" y="445690"/>
        <a:ext cx="889772" cy="381331"/>
      </dsp:txXfrm>
    </dsp:sp>
    <dsp:sp modelId="{9A6711C4-80AF-4393-B407-A17A7BEC283F}">
      <dsp:nvSpPr>
        <dsp:cNvPr id="0" name=""/>
        <dsp:cNvSpPr/>
      </dsp:nvSpPr>
      <dsp:spPr>
        <a:xfrm rot="5400000">
          <a:off x="4444234" y="-3553656"/>
          <a:ext cx="826217" cy="7935140"/>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n-ID" sz="2300" kern="1200" dirty="0"/>
            <a:t>Got into library project as a website tester</a:t>
          </a:r>
          <a:endParaRPr lang="en-US" sz="2300" kern="1200" dirty="0"/>
        </a:p>
        <a:p>
          <a:pPr marL="228600" lvl="1" indent="-228600" algn="l" defTabSz="1022350">
            <a:lnSpc>
              <a:spcPct val="90000"/>
            </a:lnSpc>
            <a:spcBef>
              <a:spcPct val="0"/>
            </a:spcBef>
            <a:spcAft>
              <a:spcPct val="15000"/>
            </a:spcAft>
            <a:buChar char="•"/>
          </a:pPr>
          <a:r>
            <a:rPr lang="en-ID" sz="2300" kern="1200" dirty="0"/>
            <a:t>Introduced into POSTMAN</a:t>
          </a:r>
          <a:endParaRPr lang="en-US" sz="2300" kern="1200" dirty="0"/>
        </a:p>
      </dsp:txBody>
      <dsp:txXfrm rot="-5400000">
        <a:off x="889773" y="41138"/>
        <a:ext cx="7894807" cy="745551"/>
      </dsp:txXfrm>
    </dsp:sp>
    <dsp:sp modelId="{174F1955-A556-410B-A2AE-BEE4437AEC20}">
      <dsp:nvSpPr>
        <dsp:cNvPr id="0" name=""/>
        <dsp:cNvSpPr/>
      </dsp:nvSpPr>
      <dsp:spPr>
        <a:xfrm rot="5400000">
          <a:off x="-190665" y="1263263"/>
          <a:ext cx="1271103" cy="889772"/>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D" sz="1400" kern="1200" dirty="0"/>
            <a:t>MAR 2024</a:t>
          </a:r>
          <a:endParaRPr lang="en-US" sz="1400" kern="1200" dirty="0"/>
        </a:p>
      </dsp:txBody>
      <dsp:txXfrm rot="-5400000">
        <a:off x="1" y="1517483"/>
        <a:ext cx="889772" cy="381331"/>
      </dsp:txXfrm>
    </dsp:sp>
    <dsp:sp modelId="{0F61C749-2F58-4DAA-8CDF-02CC04FEC1E3}">
      <dsp:nvSpPr>
        <dsp:cNvPr id="0" name=""/>
        <dsp:cNvSpPr/>
      </dsp:nvSpPr>
      <dsp:spPr>
        <a:xfrm rot="5400000">
          <a:off x="4444234" y="-2481863"/>
          <a:ext cx="826217" cy="7935140"/>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n-ID" sz="2300" kern="1200" dirty="0"/>
            <a:t>Hotel Project continues…</a:t>
          </a:r>
          <a:endParaRPr lang="en-US" sz="2300" kern="1200" dirty="0"/>
        </a:p>
        <a:p>
          <a:pPr marL="228600" lvl="1" indent="-228600" algn="l" defTabSz="1022350">
            <a:lnSpc>
              <a:spcPct val="90000"/>
            </a:lnSpc>
            <a:spcBef>
              <a:spcPct val="0"/>
            </a:spcBef>
            <a:spcAft>
              <a:spcPct val="15000"/>
            </a:spcAft>
            <a:buChar char="•"/>
          </a:pPr>
          <a:r>
            <a:rPr lang="en-ID" sz="2300" kern="1200" dirty="0"/>
            <a:t>Technique research continues…</a:t>
          </a:r>
          <a:endParaRPr lang="en-US" sz="2300" kern="1200" dirty="0"/>
        </a:p>
      </dsp:txBody>
      <dsp:txXfrm rot="-5400000">
        <a:off x="889773" y="1112931"/>
        <a:ext cx="7894807" cy="745551"/>
      </dsp:txXfrm>
    </dsp:sp>
    <dsp:sp modelId="{3F262820-0FFC-49B4-A7ED-D0E49AF9CAEA}">
      <dsp:nvSpPr>
        <dsp:cNvPr id="0" name=""/>
        <dsp:cNvSpPr/>
      </dsp:nvSpPr>
      <dsp:spPr>
        <a:xfrm rot="5400000">
          <a:off x="-190665" y="2335056"/>
          <a:ext cx="1271103" cy="889772"/>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D" sz="1400" kern="1200" dirty="0"/>
            <a:t>APR 2024</a:t>
          </a:r>
          <a:endParaRPr lang="en-US" sz="1400" kern="1200" dirty="0"/>
        </a:p>
      </dsp:txBody>
      <dsp:txXfrm rot="-5400000">
        <a:off x="1" y="2589276"/>
        <a:ext cx="889772" cy="381331"/>
      </dsp:txXfrm>
    </dsp:sp>
    <dsp:sp modelId="{9F7C3F7E-21C5-4E66-A540-7D69E8C867B1}">
      <dsp:nvSpPr>
        <dsp:cNvPr id="0" name=""/>
        <dsp:cNvSpPr/>
      </dsp:nvSpPr>
      <dsp:spPr>
        <a:xfrm rot="5400000">
          <a:off x="4444234" y="-1410070"/>
          <a:ext cx="826217" cy="7935140"/>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n-ID" sz="2300" kern="1200" dirty="0"/>
            <a:t>First time found the technique (I named it </a:t>
          </a:r>
          <a:r>
            <a:rPr lang="en-ID" sz="2300" kern="1200" dirty="0" err="1"/>
            <a:t>Omnitags</a:t>
          </a:r>
          <a:r>
            <a:rPr lang="en-ID" sz="2300" kern="1200" dirty="0"/>
            <a:t>)</a:t>
          </a:r>
          <a:endParaRPr lang="en-US" sz="2300" kern="1200" dirty="0"/>
        </a:p>
        <a:p>
          <a:pPr marL="228600" lvl="1" indent="-228600" algn="l" defTabSz="1022350">
            <a:lnSpc>
              <a:spcPct val="90000"/>
            </a:lnSpc>
            <a:spcBef>
              <a:spcPct val="0"/>
            </a:spcBef>
            <a:spcAft>
              <a:spcPct val="15000"/>
            </a:spcAft>
            <a:buChar char="•"/>
          </a:pPr>
          <a:r>
            <a:rPr lang="en-ID" sz="2300" kern="1200" dirty="0"/>
            <a:t>Feature expansion</a:t>
          </a:r>
          <a:endParaRPr lang="en-US" sz="2300" kern="1200" dirty="0"/>
        </a:p>
      </dsp:txBody>
      <dsp:txXfrm rot="-5400000">
        <a:off x="889773" y="2184724"/>
        <a:ext cx="7894807" cy="7455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65EBE-F923-41BA-A2B3-8D83636B4F65}">
      <dsp:nvSpPr>
        <dsp:cNvPr id="0" name=""/>
        <dsp:cNvSpPr/>
      </dsp:nvSpPr>
      <dsp:spPr>
        <a:xfrm rot="5400000">
          <a:off x="-190665" y="191470"/>
          <a:ext cx="1271103" cy="889772"/>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D" sz="1400" kern="1200" dirty="0"/>
            <a:t>MAY 2024</a:t>
          </a:r>
          <a:endParaRPr lang="en-US" sz="1400" kern="1200" dirty="0"/>
        </a:p>
      </dsp:txBody>
      <dsp:txXfrm rot="-5400000">
        <a:off x="1" y="445690"/>
        <a:ext cx="889772" cy="381331"/>
      </dsp:txXfrm>
    </dsp:sp>
    <dsp:sp modelId="{DD6B8094-2C2B-4DA0-8A55-CB257D610F9E}">
      <dsp:nvSpPr>
        <dsp:cNvPr id="0" name=""/>
        <dsp:cNvSpPr/>
      </dsp:nvSpPr>
      <dsp:spPr>
        <a:xfrm rot="5400000">
          <a:off x="4444234" y="-3553656"/>
          <a:ext cx="826217" cy="7935140"/>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n-ID" sz="2300" kern="1200" dirty="0"/>
            <a:t>Hosted the website hotelkhenjy.com</a:t>
          </a:r>
          <a:endParaRPr lang="en-US" sz="2300" kern="1200" dirty="0"/>
        </a:p>
      </dsp:txBody>
      <dsp:txXfrm rot="-5400000">
        <a:off x="889773" y="41138"/>
        <a:ext cx="7894807" cy="745551"/>
      </dsp:txXfrm>
    </dsp:sp>
    <dsp:sp modelId="{12B314B8-1633-415B-BC18-57FB3A154AEF}">
      <dsp:nvSpPr>
        <dsp:cNvPr id="0" name=""/>
        <dsp:cNvSpPr/>
      </dsp:nvSpPr>
      <dsp:spPr>
        <a:xfrm rot="5400000">
          <a:off x="-190665" y="1263263"/>
          <a:ext cx="1271103" cy="889772"/>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D" sz="1400" kern="1200" dirty="0"/>
            <a:t>JUN 2024</a:t>
          </a:r>
          <a:endParaRPr lang="en-US" sz="1400" kern="1200" dirty="0"/>
        </a:p>
      </dsp:txBody>
      <dsp:txXfrm rot="-5400000">
        <a:off x="1" y="1517483"/>
        <a:ext cx="889772" cy="381331"/>
      </dsp:txXfrm>
    </dsp:sp>
    <dsp:sp modelId="{5DA5C999-16DD-40FA-BE16-C440A6DB0010}">
      <dsp:nvSpPr>
        <dsp:cNvPr id="0" name=""/>
        <dsp:cNvSpPr/>
      </dsp:nvSpPr>
      <dsp:spPr>
        <a:xfrm rot="5400000">
          <a:off x="4444234" y="-2481863"/>
          <a:ext cx="826217" cy="7935140"/>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n-ID" sz="2300" kern="1200" dirty="0"/>
            <a:t>Data validation</a:t>
          </a:r>
          <a:endParaRPr lang="en-US" sz="2300" kern="1200" dirty="0"/>
        </a:p>
        <a:p>
          <a:pPr marL="228600" lvl="1" indent="-228600" algn="l" defTabSz="1022350">
            <a:lnSpc>
              <a:spcPct val="90000"/>
            </a:lnSpc>
            <a:spcBef>
              <a:spcPct val="0"/>
            </a:spcBef>
            <a:spcAft>
              <a:spcPct val="15000"/>
            </a:spcAft>
            <a:buChar char="•"/>
          </a:pPr>
          <a:r>
            <a:rPr lang="en-ID" sz="2300" kern="1200" dirty="0"/>
            <a:t>Better UI</a:t>
          </a:r>
          <a:endParaRPr lang="en-US" sz="2300" kern="1200" dirty="0"/>
        </a:p>
      </dsp:txBody>
      <dsp:txXfrm rot="-5400000">
        <a:off x="889773" y="1112931"/>
        <a:ext cx="7894807" cy="745551"/>
      </dsp:txXfrm>
    </dsp:sp>
    <dsp:sp modelId="{B02C4DDE-5EBD-4AAD-92D9-97666399A318}">
      <dsp:nvSpPr>
        <dsp:cNvPr id="0" name=""/>
        <dsp:cNvSpPr/>
      </dsp:nvSpPr>
      <dsp:spPr>
        <a:xfrm rot="5400000">
          <a:off x="-190665" y="2335056"/>
          <a:ext cx="1271103" cy="889772"/>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D" sz="1400" kern="1200" dirty="0"/>
            <a:t>Future</a:t>
          </a:r>
          <a:endParaRPr lang="en-US" sz="1400" kern="1200" dirty="0"/>
        </a:p>
      </dsp:txBody>
      <dsp:txXfrm rot="-5400000">
        <a:off x="1" y="2589276"/>
        <a:ext cx="889772" cy="381331"/>
      </dsp:txXfrm>
    </dsp:sp>
    <dsp:sp modelId="{4EC2A59B-F26D-4D10-963B-5194B750D972}">
      <dsp:nvSpPr>
        <dsp:cNvPr id="0" name=""/>
        <dsp:cNvSpPr/>
      </dsp:nvSpPr>
      <dsp:spPr>
        <a:xfrm rot="5400000">
          <a:off x="4444234" y="-1410070"/>
          <a:ext cx="826217" cy="7935140"/>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n-ID" sz="2300" kern="1200" dirty="0"/>
            <a:t>Implementation on other frameworks</a:t>
          </a:r>
          <a:endParaRPr lang="en-US" sz="2300" kern="1200" dirty="0"/>
        </a:p>
      </dsp:txBody>
      <dsp:txXfrm rot="-5400000">
        <a:off x="889773" y="2184724"/>
        <a:ext cx="7894807" cy="74555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1886255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3808853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4225348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944CF5-1D17-4EF0-8FEE-6709C1D71FED}" type="datetimeFigureOut">
              <a:rPr lang="en-US" smtClean="0"/>
              <a:t>7/5/2024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1392224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944CF5-1D17-4EF0-8FEE-6709C1D71FED}" type="datetimeFigureOut">
              <a:rPr lang="en-US" smtClean="0"/>
              <a:t>7/5/2024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2650071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944CF5-1D17-4EF0-8FEE-6709C1D71FED}" type="datetimeFigureOut">
              <a:rPr lang="en-US" smtClean="0"/>
              <a:t>7/5/2024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1149277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944CF5-1D17-4EF0-8FEE-6709C1D71FED}" type="datetimeFigureOut">
              <a:rPr lang="en-US" smtClean="0"/>
              <a:t>7/5/2024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3222152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944CF5-1D17-4EF0-8FEE-6709C1D71FED}" type="datetimeFigureOut">
              <a:rPr lang="en-US" smtClean="0"/>
              <a:t>7/5/2024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3431778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944CF5-1D17-4EF0-8FEE-6709C1D71FED}" type="datetimeFigureOut">
              <a:rPr lang="en-US" smtClean="0"/>
              <a:t>7/5/2024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834713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944CF5-1D17-4EF0-8FEE-6709C1D71FED}" type="datetimeFigureOut">
              <a:rPr lang="en-US" smtClean="0"/>
              <a:t>7/5/2024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3329882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1057503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24583450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23096810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944CF5-1D17-4EF0-8FEE-6709C1D71FED}" type="datetimeFigureOut">
              <a:rPr lang="en-US" smtClean="0"/>
              <a:t>7/5/2024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2270449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944CF5-1D17-4EF0-8FEE-6709C1D71FED}" type="datetimeFigureOut">
              <a:rPr lang="en-US" smtClean="0"/>
              <a:t>7/5/2024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3945686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13309200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3944CF5-1D17-4EF0-8FEE-6709C1D71FED}" type="datetimeFigureOut">
              <a:rPr lang="en-US" smtClean="0"/>
              <a:t>7/5/2024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2CB4-A6F1-4C83-8C77-7456A2272DFB}" type="slidenum">
              <a:rPr lang="en-US" smtClean="0"/>
              <a:t>‹#›</a:t>
            </a:fld>
            <a:endParaRPr lang="en-US"/>
          </a:p>
        </p:txBody>
      </p:sp>
    </p:spTree>
    <p:extLst>
      <p:ext uri="{BB962C8B-B14F-4D97-AF65-F5344CB8AC3E}">
        <p14:creationId xmlns:p14="http://schemas.microsoft.com/office/powerpoint/2010/main" val="185858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3944CF5-1D17-4EF0-8FEE-6709C1D71FED}" type="datetimeFigureOut">
              <a:rPr lang="en-US" smtClean="0"/>
              <a:t>7/5/2024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7CE2CB4-A6F1-4C83-8C77-7456A2272DFB}" type="slidenum">
              <a:rPr lang="en-US" smtClean="0"/>
              <a:t>‹#›</a:t>
            </a:fld>
            <a:endParaRPr lang="en-US"/>
          </a:p>
        </p:txBody>
      </p:sp>
    </p:spTree>
    <p:extLst>
      <p:ext uri="{BB962C8B-B14F-4D97-AF65-F5344CB8AC3E}">
        <p14:creationId xmlns:p14="http://schemas.microsoft.com/office/powerpoint/2010/main" val="133325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hotelkhenjy.com/"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codeigniter.com/userguide3/general/welcome.html" TargetMode="External"/><Relationship Id="rId2" Type="http://schemas.openxmlformats.org/officeDocument/2006/relationships/hyperlink" Target="https://techcrunch.com/2021/08/18/api-platform-postman-valued-at-5-6-billion-in-225-million-fundrais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6570-2CB1-36AF-494F-BF54FCC08E60}"/>
              </a:ext>
            </a:extLst>
          </p:cNvPr>
          <p:cNvSpPr>
            <a:spLocks noGrp="1"/>
          </p:cNvSpPr>
          <p:nvPr>
            <p:ph type="ctrTitle"/>
          </p:nvPr>
        </p:nvSpPr>
        <p:spPr/>
        <p:txBody>
          <a:bodyPr/>
          <a:lstStyle/>
          <a:p>
            <a:r>
              <a:rPr lang="en-ID" dirty="0" err="1"/>
              <a:t>Omnitags</a:t>
            </a:r>
            <a:r>
              <a:rPr lang="en-ID" dirty="0"/>
              <a:t> Theory</a:t>
            </a:r>
            <a:br>
              <a:rPr lang="en-ID" dirty="0"/>
            </a:br>
            <a:r>
              <a:rPr lang="en-US" sz="2000" dirty="0"/>
              <a:t>Implementing POSTMAN Environment to Make Dynamic Fields</a:t>
            </a:r>
            <a:endParaRPr lang="en-US" dirty="0"/>
          </a:p>
        </p:txBody>
      </p:sp>
      <p:sp>
        <p:nvSpPr>
          <p:cNvPr id="3" name="Subtitle 2">
            <a:extLst>
              <a:ext uri="{FF2B5EF4-FFF2-40B4-BE49-F238E27FC236}">
                <a16:creationId xmlns:a16="http://schemas.microsoft.com/office/drawing/2014/main" id="{74D14E5B-1FB2-CC01-9100-18583710B7FD}"/>
              </a:ext>
            </a:extLst>
          </p:cNvPr>
          <p:cNvSpPr>
            <a:spLocks noGrp="1"/>
          </p:cNvSpPr>
          <p:nvPr>
            <p:ph type="subTitle" idx="1"/>
          </p:nvPr>
        </p:nvSpPr>
        <p:spPr/>
        <p:txBody>
          <a:bodyPr/>
          <a:lstStyle/>
          <a:p>
            <a:r>
              <a:rPr lang="en-ID" dirty="0"/>
              <a:t>Khenjy Johnelson</a:t>
            </a:r>
          </a:p>
        </p:txBody>
      </p:sp>
      <p:pic>
        <p:nvPicPr>
          <p:cNvPr id="6" name="Content Placeholder 5">
            <a:extLst>
              <a:ext uri="{FF2B5EF4-FFF2-40B4-BE49-F238E27FC236}">
                <a16:creationId xmlns:a16="http://schemas.microsoft.com/office/drawing/2014/main" id="{5B27E5CB-207C-DD7D-59DF-4CD7CCE1D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6240" y="5324797"/>
            <a:ext cx="2462070" cy="861420"/>
          </a:xfrm>
          <a:prstGeom prst="rect">
            <a:avLst/>
          </a:prstGeom>
        </p:spPr>
      </p:pic>
      <p:sp>
        <p:nvSpPr>
          <p:cNvPr id="4" name="TextBox 3">
            <a:extLst>
              <a:ext uri="{FF2B5EF4-FFF2-40B4-BE49-F238E27FC236}">
                <a16:creationId xmlns:a16="http://schemas.microsoft.com/office/drawing/2014/main" id="{1E45EE54-FC87-4017-A661-D2643B8F1405}"/>
              </a:ext>
            </a:extLst>
          </p:cNvPr>
          <p:cNvSpPr txBox="1"/>
          <p:nvPr/>
        </p:nvSpPr>
        <p:spPr>
          <a:xfrm>
            <a:off x="1154955" y="849868"/>
            <a:ext cx="2135521" cy="369332"/>
          </a:xfrm>
          <a:prstGeom prst="rect">
            <a:avLst/>
          </a:prstGeom>
          <a:noFill/>
        </p:spPr>
        <p:txBody>
          <a:bodyPr wrap="none" rtlCol="0">
            <a:spAutoFit/>
          </a:bodyPr>
          <a:lstStyle/>
          <a:p>
            <a:r>
              <a:rPr lang="en-ID" dirty="0">
                <a:solidFill>
                  <a:schemeClr val="bg1"/>
                </a:solidFill>
              </a:rPr>
              <a:t>LIMITED USE ONLY</a:t>
            </a:r>
            <a:endParaRPr lang="en-US" dirty="0">
              <a:solidFill>
                <a:schemeClr val="bg1"/>
              </a:solidFill>
            </a:endParaRPr>
          </a:p>
        </p:txBody>
      </p:sp>
    </p:spTree>
    <p:extLst>
      <p:ext uri="{BB962C8B-B14F-4D97-AF65-F5344CB8AC3E}">
        <p14:creationId xmlns:p14="http://schemas.microsoft.com/office/powerpoint/2010/main" val="1279710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567AF-DECE-436A-3069-CAD927321F55}"/>
              </a:ext>
            </a:extLst>
          </p:cNvPr>
          <p:cNvSpPr>
            <a:spLocks noGrp="1"/>
          </p:cNvSpPr>
          <p:nvPr>
            <p:ph type="title"/>
          </p:nvPr>
        </p:nvSpPr>
        <p:spPr/>
        <p:txBody>
          <a:bodyPr/>
          <a:lstStyle/>
          <a:p>
            <a:r>
              <a:rPr lang="en-ID" dirty="0"/>
              <a:t>PROTECTED BY </a:t>
            </a:r>
            <a:r>
              <a:rPr lang="en-US" b="0" i="0" u="sng" dirty="0">
                <a:solidFill>
                  <a:srgbClr val="00B0F0"/>
                </a:solidFill>
                <a:effectLst/>
                <a:latin typeface="Poppy"/>
                <a:hlinkClick r:id="rId2">
                  <a:extLst>
                    <a:ext uri="{A12FA001-AC4F-418D-AE19-62706E023703}">
                      <ahyp:hlinkClr xmlns:ahyp="http://schemas.microsoft.com/office/drawing/2018/hyperlinkcolor" val="tx"/>
                    </a:ext>
                  </a:extLst>
                </a:hlinkClick>
              </a:rPr>
              <a:t>CC BY-NC-SA 4.0</a:t>
            </a:r>
            <a:endParaRPr lang="en-US" dirty="0">
              <a:solidFill>
                <a:srgbClr val="00B0F0"/>
              </a:solidFill>
            </a:endParaRPr>
          </a:p>
        </p:txBody>
      </p:sp>
      <p:sp>
        <p:nvSpPr>
          <p:cNvPr id="3" name="Content Placeholder 2">
            <a:extLst>
              <a:ext uri="{FF2B5EF4-FFF2-40B4-BE49-F238E27FC236}">
                <a16:creationId xmlns:a16="http://schemas.microsoft.com/office/drawing/2014/main" id="{3123CDBD-4D21-461D-10EF-60D8D3D04759}"/>
              </a:ext>
            </a:extLst>
          </p:cNvPr>
          <p:cNvSpPr>
            <a:spLocks noGrp="1"/>
          </p:cNvSpPr>
          <p:nvPr>
            <p:ph idx="1"/>
          </p:nvPr>
        </p:nvSpPr>
        <p:spPr/>
        <p:txBody>
          <a:bodyPr>
            <a:normAutofit fontScale="92500" lnSpcReduction="10000"/>
          </a:bodyPr>
          <a:lstStyle/>
          <a:p>
            <a:pPr algn="l"/>
            <a:r>
              <a:rPr lang="en-US" b="0" i="0" dirty="0">
                <a:solidFill>
                  <a:srgbClr val="212529"/>
                </a:solidFill>
                <a:effectLst/>
                <a:highlight>
                  <a:srgbClr val="FFFFFF"/>
                </a:highlight>
                <a:latin typeface="Poppy"/>
              </a:rPr>
              <a:t>You are free to:</a:t>
            </a:r>
            <a:br>
              <a:rPr lang="en-US" b="0" i="0" dirty="0">
                <a:solidFill>
                  <a:srgbClr val="212529"/>
                </a:solidFill>
                <a:effectLst/>
                <a:highlight>
                  <a:srgbClr val="FFFFFF"/>
                </a:highlight>
                <a:latin typeface="Poppy"/>
              </a:rPr>
            </a:br>
            <a:r>
              <a:rPr lang="en-US" b="0" i="0" dirty="0">
                <a:solidFill>
                  <a:srgbClr val="212529"/>
                </a:solidFill>
                <a:effectLst/>
                <a:highlight>
                  <a:srgbClr val="FFFFFF"/>
                </a:highlight>
                <a:latin typeface="Poppy"/>
              </a:rPr>
              <a:t>1. Share — copy and redistribute the material in any medium or format</a:t>
            </a:r>
            <a:br>
              <a:rPr lang="en-US" b="0" i="0" dirty="0">
                <a:solidFill>
                  <a:srgbClr val="212529"/>
                </a:solidFill>
                <a:effectLst/>
                <a:highlight>
                  <a:srgbClr val="FFFFFF"/>
                </a:highlight>
                <a:latin typeface="Poppy"/>
              </a:rPr>
            </a:br>
            <a:r>
              <a:rPr lang="en-US" b="0" i="0" dirty="0">
                <a:solidFill>
                  <a:srgbClr val="212529"/>
                </a:solidFill>
                <a:effectLst/>
                <a:highlight>
                  <a:srgbClr val="FFFFFF"/>
                </a:highlight>
                <a:latin typeface="Poppy"/>
              </a:rPr>
              <a:t>2. Adapt — remix, transform, and build upon the material The licensor cannot revoke these freedoms as long as you follow the license terms.</a:t>
            </a:r>
          </a:p>
          <a:p>
            <a:pPr algn="l"/>
            <a:r>
              <a:rPr lang="en-US" b="0" i="0" dirty="0">
                <a:solidFill>
                  <a:srgbClr val="212529"/>
                </a:solidFill>
                <a:effectLst/>
                <a:highlight>
                  <a:srgbClr val="FFFFFF"/>
                </a:highlight>
                <a:latin typeface="Poppy"/>
              </a:rPr>
              <a:t>Under the following terms:</a:t>
            </a:r>
            <a:br>
              <a:rPr lang="en-US" b="0" i="0" dirty="0">
                <a:solidFill>
                  <a:srgbClr val="212529"/>
                </a:solidFill>
                <a:effectLst/>
                <a:highlight>
                  <a:srgbClr val="FFFFFF"/>
                </a:highlight>
                <a:latin typeface="Poppy"/>
              </a:rPr>
            </a:br>
            <a:r>
              <a:rPr lang="en-US" b="0" i="0" dirty="0">
                <a:solidFill>
                  <a:srgbClr val="212529"/>
                </a:solidFill>
                <a:effectLst/>
                <a:highlight>
                  <a:srgbClr val="FFFFFF"/>
                </a:highlight>
                <a:latin typeface="Poppy"/>
              </a:rPr>
              <a:t>1. Attribution — You must give appropriate credit , provide a link to the license, and indicate if changes were made . You may do so in any reasonable manner, but not in any way that suggests the licensor endorses you or your use.</a:t>
            </a:r>
            <a:br>
              <a:rPr lang="en-US" b="0" i="0" dirty="0">
                <a:solidFill>
                  <a:srgbClr val="212529"/>
                </a:solidFill>
                <a:effectLst/>
                <a:highlight>
                  <a:srgbClr val="FFFFFF"/>
                </a:highlight>
                <a:latin typeface="Poppy"/>
              </a:rPr>
            </a:br>
            <a:r>
              <a:rPr lang="en-US" b="0" i="0" dirty="0">
                <a:solidFill>
                  <a:srgbClr val="212529"/>
                </a:solidFill>
                <a:effectLst/>
                <a:highlight>
                  <a:srgbClr val="FFFFFF"/>
                </a:highlight>
                <a:latin typeface="Poppy"/>
              </a:rPr>
              <a:t>2. </a:t>
            </a:r>
            <a:r>
              <a:rPr lang="en-US" b="0" i="0" dirty="0" err="1">
                <a:solidFill>
                  <a:srgbClr val="212529"/>
                </a:solidFill>
                <a:effectLst/>
                <a:highlight>
                  <a:srgbClr val="FFFFFF"/>
                </a:highlight>
                <a:latin typeface="Poppy"/>
              </a:rPr>
              <a:t>NonCommercial</a:t>
            </a:r>
            <a:r>
              <a:rPr lang="en-US" b="0" i="0" dirty="0">
                <a:solidFill>
                  <a:srgbClr val="212529"/>
                </a:solidFill>
                <a:effectLst/>
                <a:highlight>
                  <a:srgbClr val="FFFFFF"/>
                </a:highlight>
                <a:latin typeface="Poppy"/>
              </a:rPr>
              <a:t> — You may not use the material for commercial purposes .</a:t>
            </a:r>
            <a:br>
              <a:rPr lang="en-US" b="0" i="0" dirty="0">
                <a:solidFill>
                  <a:srgbClr val="212529"/>
                </a:solidFill>
                <a:effectLst/>
                <a:highlight>
                  <a:srgbClr val="FFFFFF"/>
                </a:highlight>
                <a:latin typeface="Poppy"/>
              </a:rPr>
            </a:br>
            <a:r>
              <a:rPr lang="en-US" b="0" i="0" dirty="0">
                <a:solidFill>
                  <a:srgbClr val="212529"/>
                </a:solidFill>
                <a:effectLst/>
                <a:highlight>
                  <a:srgbClr val="FFFFFF"/>
                </a:highlight>
                <a:latin typeface="Poppy"/>
              </a:rPr>
              <a:t>3. </a:t>
            </a:r>
            <a:r>
              <a:rPr lang="en-US" b="0" i="0" dirty="0" err="1">
                <a:solidFill>
                  <a:srgbClr val="212529"/>
                </a:solidFill>
                <a:effectLst/>
                <a:highlight>
                  <a:srgbClr val="FFFFFF"/>
                </a:highlight>
                <a:latin typeface="Poppy"/>
              </a:rPr>
              <a:t>ShareAlike</a:t>
            </a:r>
            <a:r>
              <a:rPr lang="en-US" b="0" i="0" dirty="0">
                <a:solidFill>
                  <a:srgbClr val="212529"/>
                </a:solidFill>
                <a:effectLst/>
                <a:highlight>
                  <a:srgbClr val="FFFFFF"/>
                </a:highlight>
                <a:latin typeface="Poppy"/>
              </a:rPr>
              <a:t> — If you remix, transform, or build upon the material, you must distribute your contributions under the same license as the original.</a:t>
            </a:r>
            <a:br>
              <a:rPr lang="en-US" b="0" i="0" dirty="0">
                <a:solidFill>
                  <a:srgbClr val="212529"/>
                </a:solidFill>
                <a:effectLst/>
                <a:highlight>
                  <a:srgbClr val="FFFFFF"/>
                </a:highlight>
                <a:latin typeface="Poppy"/>
              </a:rPr>
            </a:br>
            <a:r>
              <a:rPr lang="en-US" b="0" i="0" dirty="0">
                <a:solidFill>
                  <a:srgbClr val="212529"/>
                </a:solidFill>
                <a:effectLst/>
                <a:highlight>
                  <a:srgbClr val="FFFFFF"/>
                </a:highlight>
                <a:latin typeface="Poppy"/>
              </a:rPr>
              <a:t>4. No additional restrictions — You may not apply legal terms or technological measures that legally restrict others from doing anything the license permits.</a:t>
            </a:r>
          </a:p>
        </p:txBody>
      </p:sp>
    </p:spTree>
    <p:extLst>
      <p:ext uri="{BB962C8B-B14F-4D97-AF65-F5344CB8AC3E}">
        <p14:creationId xmlns:p14="http://schemas.microsoft.com/office/powerpoint/2010/main" val="2125742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E3C8-24C2-F326-E5E1-0C90D909B0CF}"/>
              </a:ext>
            </a:extLst>
          </p:cNvPr>
          <p:cNvSpPr>
            <a:spLocks noGrp="1"/>
          </p:cNvSpPr>
          <p:nvPr>
            <p:ph type="title"/>
          </p:nvPr>
        </p:nvSpPr>
        <p:spPr/>
        <p:txBody>
          <a:bodyPr/>
          <a:lstStyle/>
          <a:p>
            <a:r>
              <a:rPr lang="en-ID" dirty="0"/>
              <a:t>DICTIONARY</a:t>
            </a:r>
            <a:endParaRPr lang="en-US" dirty="0"/>
          </a:p>
        </p:txBody>
      </p:sp>
      <p:sp>
        <p:nvSpPr>
          <p:cNvPr id="4" name="Subtitle 3">
            <a:extLst>
              <a:ext uri="{FF2B5EF4-FFF2-40B4-BE49-F238E27FC236}">
                <a16:creationId xmlns:a16="http://schemas.microsoft.com/office/drawing/2014/main" id="{AAE121C5-AF4F-C9D4-CA9B-F34CDB3DCE6E}"/>
              </a:ext>
            </a:extLst>
          </p:cNvPr>
          <p:cNvSpPr>
            <a:spLocks noGrp="1"/>
          </p:cNvSpPr>
          <p:nvPr>
            <p:ph type="body" idx="1"/>
          </p:nvPr>
        </p:nvSpPr>
        <p:spPr/>
        <p:txBody>
          <a:bodyPr/>
          <a:lstStyle/>
          <a:p>
            <a:r>
              <a:rPr lang="en-ID" dirty="0"/>
              <a:t>POSTMAN</a:t>
            </a:r>
            <a:endParaRPr lang="en-US" dirty="0"/>
          </a:p>
        </p:txBody>
      </p:sp>
      <p:sp>
        <p:nvSpPr>
          <p:cNvPr id="5" name="Content Placeholder 4">
            <a:extLst>
              <a:ext uri="{FF2B5EF4-FFF2-40B4-BE49-F238E27FC236}">
                <a16:creationId xmlns:a16="http://schemas.microsoft.com/office/drawing/2014/main" id="{4054A010-B139-66F0-6CEF-A59EE9803A46}"/>
              </a:ext>
            </a:extLst>
          </p:cNvPr>
          <p:cNvSpPr>
            <a:spLocks noGrp="1"/>
          </p:cNvSpPr>
          <p:nvPr>
            <p:ph sz="half" idx="2"/>
          </p:nvPr>
        </p:nvSpPr>
        <p:spPr/>
        <p:txBody>
          <a:bodyPr>
            <a:normAutofit fontScale="92500" lnSpcReduction="20000"/>
          </a:bodyPr>
          <a:lstStyle/>
          <a:p>
            <a:r>
              <a:rPr lang="en-US" dirty="0"/>
              <a:t>Postman is an app which operates as a collaborative platform for developers to help them build, design, test and iterate their APIs.</a:t>
            </a:r>
          </a:p>
        </p:txBody>
      </p:sp>
      <p:sp>
        <p:nvSpPr>
          <p:cNvPr id="6" name="Text Placeholder 5">
            <a:extLst>
              <a:ext uri="{FF2B5EF4-FFF2-40B4-BE49-F238E27FC236}">
                <a16:creationId xmlns:a16="http://schemas.microsoft.com/office/drawing/2014/main" id="{4D8BA76D-20F3-CAD6-9624-111538343FA6}"/>
              </a:ext>
            </a:extLst>
          </p:cNvPr>
          <p:cNvSpPr>
            <a:spLocks noGrp="1"/>
          </p:cNvSpPr>
          <p:nvPr>
            <p:ph type="body" sz="quarter" idx="3"/>
          </p:nvPr>
        </p:nvSpPr>
        <p:spPr/>
        <p:txBody>
          <a:bodyPr/>
          <a:lstStyle/>
          <a:p>
            <a:r>
              <a:rPr lang="en-ID" dirty="0"/>
              <a:t>CODEIGNITER</a:t>
            </a:r>
            <a:endParaRPr lang="en-US" dirty="0"/>
          </a:p>
        </p:txBody>
      </p:sp>
      <p:sp>
        <p:nvSpPr>
          <p:cNvPr id="7" name="Content Placeholder 6">
            <a:extLst>
              <a:ext uri="{FF2B5EF4-FFF2-40B4-BE49-F238E27FC236}">
                <a16:creationId xmlns:a16="http://schemas.microsoft.com/office/drawing/2014/main" id="{D6F06691-D7DD-B4E0-F25F-E3B54133A624}"/>
              </a:ext>
            </a:extLst>
          </p:cNvPr>
          <p:cNvSpPr>
            <a:spLocks noGrp="1"/>
          </p:cNvSpPr>
          <p:nvPr>
            <p:ph sz="quarter" idx="4"/>
          </p:nvPr>
        </p:nvSpPr>
        <p:spPr/>
        <p:txBody>
          <a:bodyPr>
            <a:normAutofit fontScale="92500" lnSpcReduction="20000"/>
          </a:bodyPr>
          <a:lstStyle/>
          <a:p>
            <a:r>
              <a:rPr lang="en-US" b="0" i="0" dirty="0">
                <a:solidFill>
                  <a:srgbClr val="404040"/>
                </a:solidFill>
                <a:effectLst/>
                <a:highlight>
                  <a:srgbClr val="FCFCFC"/>
                </a:highlight>
                <a:latin typeface="Lato" panose="020F0502020204030204" pitchFamily="34" charset="0"/>
              </a:rPr>
              <a:t>CodeIgniter is an Application Development Framework - a toolkit - for people who build web sites using PHP. Its goal is to enable you to develop projects much faster than you could if you were writing code from scratch, by providing a rich set of libraries for commonly needed tasks, as well as a simple interface and logical structure to access these libraries. CodeIgniter lets you creatively focus on your project by minimizing the amount of code needed for a given task.</a:t>
            </a:r>
            <a:endParaRPr lang="en-US" dirty="0"/>
          </a:p>
        </p:txBody>
      </p:sp>
    </p:spTree>
    <p:extLst>
      <p:ext uri="{BB962C8B-B14F-4D97-AF65-F5344CB8AC3E}">
        <p14:creationId xmlns:p14="http://schemas.microsoft.com/office/powerpoint/2010/main" val="1744947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2E045-D928-3611-8D8B-65CD9D3B12BE}"/>
              </a:ext>
            </a:extLst>
          </p:cNvPr>
          <p:cNvSpPr>
            <a:spLocks noGrp="1"/>
          </p:cNvSpPr>
          <p:nvPr>
            <p:ph type="title"/>
          </p:nvPr>
        </p:nvSpPr>
        <p:spPr/>
        <p:txBody>
          <a:bodyPr/>
          <a:lstStyle/>
          <a:p>
            <a:r>
              <a:rPr lang="en-ID" dirty="0"/>
              <a:t>About Me</a:t>
            </a:r>
            <a:endParaRPr lang="en-US" dirty="0"/>
          </a:p>
        </p:txBody>
      </p:sp>
      <p:sp>
        <p:nvSpPr>
          <p:cNvPr id="4" name="Content Placeholder 3">
            <a:extLst>
              <a:ext uri="{FF2B5EF4-FFF2-40B4-BE49-F238E27FC236}">
                <a16:creationId xmlns:a16="http://schemas.microsoft.com/office/drawing/2014/main" id="{25C9460B-8ABC-A95B-F4BE-D35E32315067}"/>
              </a:ext>
            </a:extLst>
          </p:cNvPr>
          <p:cNvSpPr>
            <a:spLocks noGrp="1"/>
          </p:cNvSpPr>
          <p:nvPr>
            <p:ph sz="half" idx="1"/>
          </p:nvPr>
        </p:nvSpPr>
        <p:spPr/>
        <p:txBody>
          <a:bodyPr/>
          <a:lstStyle/>
          <a:p>
            <a:r>
              <a:rPr lang="en-ID" dirty="0"/>
              <a:t>Name	: Khenjy Johnelson</a:t>
            </a:r>
          </a:p>
          <a:p>
            <a:r>
              <a:rPr lang="en-ID" dirty="0"/>
              <a:t>Age		: 20</a:t>
            </a:r>
          </a:p>
          <a:p>
            <a:r>
              <a:rPr lang="en-ID" dirty="0"/>
              <a:t>Semester	: IV</a:t>
            </a:r>
          </a:p>
          <a:p>
            <a:r>
              <a:rPr lang="en-US" dirty="0"/>
              <a:t>University	: Universitas Universal</a:t>
            </a:r>
          </a:p>
        </p:txBody>
      </p:sp>
      <p:pic>
        <p:nvPicPr>
          <p:cNvPr id="6" name="Picture 2">
            <a:extLst>
              <a:ext uri="{FF2B5EF4-FFF2-40B4-BE49-F238E27FC236}">
                <a16:creationId xmlns:a16="http://schemas.microsoft.com/office/drawing/2014/main" id="{F0B24EE2-69BB-0A5A-D732-F744C2506A5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052210" y="2603500"/>
            <a:ext cx="3137418"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234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F621-F6D4-DE32-4E65-CACABAF0C60F}"/>
              </a:ext>
            </a:extLst>
          </p:cNvPr>
          <p:cNvSpPr>
            <a:spLocks noGrp="1"/>
          </p:cNvSpPr>
          <p:nvPr>
            <p:ph type="title"/>
          </p:nvPr>
        </p:nvSpPr>
        <p:spPr/>
        <p:txBody>
          <a:bodyPr/>
          <a:lstStyle/>
          <a:p>
            <a:r>
              <a:rPr lang="en-ID" dirty="0"/>
              <a:t>What will be discussed</a:t>
            </a:r>
            <a:endParaRPr lang="en-US" dirty="0"/>
          </a:p>
        </p:txBody>
      </p:sp>
      <p:sp>
        <p:nvSpPr>
          <p:cNvPr id="3" name="Content Placeholder 2">
            <a:extLst>
              <a:ext uri="{FF2B5EF4-FFF2-40B4-BE49-F238E27FC236}">
                <a16:creationId xmlns:a16="http://schemas.microsoft.com/office/drawing/2014/main" id="{1A77A4A5-ED67-2A96-7E34-F304E0643427}"/>
              </a:ext>
            </a:extLst>
          </p:cNvPr>
          <p:cNvSpPr>
            <a:spLocks noGrp="1"/>
          </p:cNvSpPr>
          <p:nvPr>
            <p:ph idx="1"/>
          </p:nvPr>
        </p:nvSpPr>
        <p:spPr/>
        <p:txBody>
          <a:bodyPr/>
          <a:lstStyle/>
          <a:p>
            <a:r>
              <a:rPr lang="en-ID" dirty="0"/>
              <a:t>Overview</a:t>
            </a:r>
          </a:p>
          <a:p>
            <a:r>
              <a:rPr lang="en-US" dirty="0" err="1"/>
              <a:t>Omnitags</a:t>
            </a:r>
            <a:endParaRPr lang="en-US" dirty="0"/>
          </a:p>
          <a:p>
            <a:r>
              <a:rPr lang="en-US" dirty="0"/>
              <a:t>Demo</a:t>
            </a:r>
          </a:p>
          <a:p>
            <a:r>
              <a:rPr lang="en-US" dirty="0"/>
              <a:t>Explanation</a:t>
            </a:r>
          </a:p>
          <a:p>
            <a:r>
              <a:rPr lang="en-US" dirty="0"/>
              <a:t>Extras</a:t>
            </a:r>
          </a:p>
          <a:p>
            <a:r>
              <a:rPr lang="en-US" dirty="0"/>
              <a:t>Closing</a:t>
            </a:r>
          </a:p>
        </p:txBody>
      </p:sp>
    </p:spTree>
    <p:extLst>
      <p:ext uri="{BB962C8B-B14F-4D97-AF65-F5344CB8AC3E}">
        <p14:creationId xmlns:p14="http://schemas.microsoft.com/office/powerpoint/2010/main" val="2866406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55CB-2F73-AC0B-2C02-1C33DACFD8ED}"/>
              </a:ext>
            </a:extLst>
          </p:cNvPr>
          <p:cNvSpPr>
            <a:spLocks noGrp="1"/>
          </p:cNvSpPr>
          <p:nvPr>
            <p:ph type="title"/>
          </p:nvPr>
        </p:nvSpPr>
        <p:spPr/>
        <p:txBody>
          <a:bodyPr/>
          <a:lstStyle/>
          <a:p>
            <a:r>
              <a:rPr lang="en-ID" dirty="0"/>
              <a:t>Timeline: The background</a:t>
            </a:r>
            <a:endParaRPr lang="en-US" dirty="0"/>
          </a:p>
        </p:txBody>
      </p:sp>
      <p:graphicFrame>
        <p:nvGraphicFramePr>
          <p:cNvPr id="4" name="Content Placeholder 3">
            <a:extLst>
              <a:ext uri="{FF2B5EF4-FFF2-40B4-BE49-F238E27FC236}">
                <a16:creationId xmlns:a16="http://schemas.microsoft.com/office/drawing/2014/main" id="{C17E7FB0-7CB0-F27C-ED1D-111C5331FA03}"/>
              </a:ext>
            </a:extLst>
          </p:cNvPr>
          <p:cNvGraphicFramePr>
            <a:graphicFrameLocks noGrp="1"/>
          </p:cNvGraphicFramePr>
          <p:nvPr>
            <p:ph idx="1"/>
            <p:extLst>
              <p:ext uri="{D42A27DB-BD31-4B8C-83A1-F6EECF244321}">
                <p14:modId xmlns:p14="http://schemas.microsoft.com/office/powerpoint/2010/main" val="1626386582"/>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2781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55CB-2F73-AC0B-2C02-1C33DACFD8ED}"/>
              </a:ext>
            </a:extLst>
          </p:cNvPr>
          <p:cNvSpPr>
            <a:spLocks noGrp="1"/>
          </p:cNvSpPr>
          <p:nvPr>
            <p:ph type="title"/>
          </p:nvPr>
        </p:nvSpPr>
        <p:spPr/>
        <p:txBody>
          <a:bodyPr/>
          <a:lstStyle/>
          <a:p>
            <a:r>
              <a:rPr lang="en-ID" dirty="0"/>
              <a:t>Timeline: The discovery</a:t>
            </a:r>
            <a:endParaRPr lang="en-US" dirty="0"/>
          </a:p>
        </p:txBody>
      </p:sp>
      <p:graphicFrame>
        <p:nvGraphicFramePr>
          <p:cNvPr id="4" name="Content Placeholder 3">
            <a:extLst>
              <a:ext uri="{FF2B5EF4-FFF2-40B4-BE49-F238E27FC236}">
                <a16:creationId xmlns:a16="http://schemas.microsoft.com/office/drawing/2014/main" id="{C17E7FB0-7CB0-F27C-ED1D-111C5331FA03}"/>
              </a:ext>
            </a:extLst>
          </p:cNvPr>
          <p:cNvGraphicFramePr>
            <a:graphicFrameLocks noGrp="1"/>
          </p:cNvGraphicFramePr>
          <p:nvPr>
            <p:ph idx="1"/>
            <p:extLst>
              <p:ext uri="{D42A27DB-BD31-4B8C-83A1-F6EECF244321}">
                <p14:modId xmlns:p14="http://schemas.microsoft.com/office/powerpoint/2010/main" val="776288204"/>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5328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55CB-2F73-AC0B-2C02-1C33DACFD8ED}"/>
              </a:ext>
            </a:extLst>
          </p:cNvPr>
          <p:cNvSpPr>
            <a:spLocks noGrp="1"/>
          </p:cNvSpPr>
          <p:nvPr>
            <p:ph type="title"/>
          </p:nvPr>
        </p:nvSpPr>
        <p:spPr/>
        <p:txBody>
          <a:bodyPr/>
          <a:lstStyle/>
          <a:p>
            <a:r>
              <a:rPr lang="en-ID" dirty="0"/>
              <a:t>Timeline: The results</a:t>
            </a:r>
            <a:endParaRPr lang="en-US" dirty="0"/>
          </a:p>
        </p:txBody>
      </p:sp>
      <p:graphicFrame>
        <p:nvGraphicFramePr>
          <p:cNvPr id="4" name="Content Placeholder 3">
            <a:extLst>
              <a:ext uri="{FF2B5EF4-FFF2-40B4-BE49-F238E27FC236}">
                <a16:creationId xmlns:a16="http://schemas.microsoft.com/office/drawing/2014/main" id="{C17E7FB0-7CB0-F27C-ED1D-111C5331FA03}"/>
              </a:ext>
            </a:extLst>
          </p:cNvPr>
          <p:cNvGraphicFramePr>
            <a:graphicFrameLocks noGrp="1"/>
          </p:cNvGraphicFramePr>
          <p:nvPr>
            <p:ph idx="1"/>
            <p:extLst>
              <p:ext uri="{D42A27DB-BD31-4B8C-83A1-F6EECF244321}">
                <p14:modId xmlns:p14="http://schemas.microsoft.com/office/powerpoint/2010/main" val="3747272459"/>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6241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6C6DB-3B38-C7BF-13CB-A520878C9280}"/>
              </a:ext>
            </a:extLst>
          </p:cNvPr>
          <p:cNvSpPr>
            <a:spLocks noGrp="1"/>
          </p:cNvSpPr>
          <p:nvPr>
            <p:ph type="ctrTitle"/>
          </p:nvPr>
        </p:nvSpPr>
        <p:spPr/>
        <p:txBody>
          <a:bodyPr/>
          <a:lstStyle/>
          <a:p>
            <a:r>
              <a:rPr lang="en-ID" dirty="0"/>
              <a:t>Overview</a:t>
            </a:r>
            <a:endParaRPr lang="en-US" dirty="0"/>
          </a:p>
        </p:txBody>
      </p:sp>
      <p:sp>
        <p:nvSpPr>
          <p:cNvPr id="5" name="Subtitle 4">
            <a:extLst>
              <a:ext uri="{FF2B5EF4-FFF2-40B4-BE49-F238E27FC236}">
                <a16:creationId xmlns:a16="http://schemas.microsoft.com/office/drawing/2014/main" id="{CA282521-BE5D-9B39-7A1E-CE4CF593123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15144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989EE-AD9E-92D0-8218-CA8F67AB95B0}"/>
              </a:ext>
            </a:extLst>
          </p:cNvPr>
          <p:cNvSpPr>
            <a:spLocks noGrp="1"/>
          </p:cNvSpPr>
          <p:nvPr>
            <p:ph type="title"/>
          </p:nvPr>
        </p:nvSpPr>
        <p:spPr/>
        <p:txBody>
          <a:bodyPr/>
          <a:lstStyle/>
          <a:p>
            <a:r>
              <a:rPr lang="en-ID" dirty="0"/>
              <a:t>Most programming techniques</a:t>
            </a:r>
            <a:endParaRPr lang="en-US" dirty="0"/>
          </a:p>
        </p:txBody>
      </p:sp>
      <p:sp>
        <p:nvSpPr>
          <p:cNvPr id="3" name="Content Placeholder 2">
            <a:extLst>
              <a:ext uri="{FF2B5EF4-FFF2-40B4-BE49-F238E27FC236}">
                <a16:creationId xmlns:a16="http://schemas.microsoft.com/office/drawing/2014/main" id="{CFA7646E-C385-A2A2-EDC6-F0BFA27B1998}"/>
              </a:ext>
            </a:extLst>
          </p:cNvPr>
          <p:cNvSpPr>
            <a:spLocks noGrp="1"/>
          </p:cNvSpPr>
          <p:nvPr>
            <p:ph idx="1"/>
          </p:nvPr>
        </p:nvSpPr>
        <p:spPr/>
        <p:txBody>
          <a:bodyPr/>
          <a:lstStyle/>
          <a:p>
            <a:r>
              <a:rPr lang="en-ID" dirty="0"/>
              <a:t>Database field variables are </a:t>
            </a:r>
            <a:r>
              <a:rPr lang="en-ID" dirty="0" err="1"/>
              <a:t>inputed</a:t>
            </a:r>
            <a:r>
              <a:rPr lang="en-ID" dirty="0"/>
              <a:t> manually</a:t>
            </a:r>
          </a:p>
          <a:p>
            <a:r>
              <a:rPr lang="en-ID" dirty="0"/>
              <a:t>So many variant of variables</a:t>
            </a:r>
          </a:p>
          <a:p>
            <a:r>
              <a:rPr lang="en-ID" dirty="0"/>
              <a:t>Unit testing is </a:t>
            </a:r>
            <a:r>
              <a:rPr lang="en-ID" dirty="0" err="1"/>
              <a:t>kinda</a:t>
            </a:r>
            <a:r>
              <a:rPr lang="en-ID" dirty="0"/>
              <a:t> slow and manual on initiation</a:t>
            </a:r>
          </a:p>
          <a:p>
            <a:r>
              <a:rPr lang="en-ID" dirty="0"/>
              <a:t>So many debugging to do</a:t>
            </a:r>
            <a:endParaRPr lang="en-US" dirty="0"/>
          </a:p>
        </p:txBody>
      </p:sp>
    </p:spTree>
    <p:extLst>
      <p:ext uri="{BB962C8B-B14F-4D97-AF65-F5344CB8AC3E}">
        <p14:creationId xmlns:p14="http://schemas.microsoft.com/office/powerpoint/2010/main" val="3503346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988E11-92BA-8611-AF11-98A0A88A2FF9}"/>
              </a:ext>
            </a:extLst>
          </p:cNvPr>
          <p:cNvSpPr>
            <a:spLocks noGrp="1"/>
          </p:cNvSpPr>
          <p:nvPr>
            <p:ph type="title"/>
          </p:nvPr>
        </p:nvSpPr>
        <p:spPr/>
        <p:txBody>
          <a:bodyPr/>
          <a:lstStyle/>
          <a:p>
            <a:r>
              <a:rPr lang="en-ID" dirty="0"/>
              <a:t>Programmers are not just keyboard typers</a:t>
            </a:r>
            <a:endParaRPr lang="en-US" dirty="0"/>
          </a:p>
        </p:txBody>
      </p:sp>
      <p:sp>
        <p:nvSpPr>
          <p:cNvPr id="5" name="Text Placeholder 4">
            <a:extLst>
              <a:ext uri="{FF2B5EF4-FFF2-40B4-BE49-F238E27FC236}">
                <a16:creationId xmlns:a16="http://schemas.microsoft.com/office/drawing/2014/main" id="{02399E92-2684-434F-EEF9-728B65582F9C}"/>
              </a:ext>
            </a:extLst>
          </p:cNvPr>
          <p:cNvSpPr>
            <a:spLocks noGrp="1"/>
          </p:cNvSpPr>
          <p:nvPr>
            <p:ph type="body" idx="1"/>
          </p:nvPr>
        </p:nvSpPr>
        <p:spPr/>
        <p:txBody>
          <a:bodyPr/>
          <a:lstStyle/>
          <a:p>
            <a:r>
              <a:rPr lang="en-ID" dirty="0"/>
              <a:t>Programmer is a problem solver</a:t>
            </a:r>
            <a:endParaRPr lang="en-US" dirty="0"/>
          </a:p>
        </p:txBody>
      </p:sp>
    </p:spTree>
    <p:extLst>
      <p:ext uri="{BB962C8B-B14F-4D97-AF65-F5344CB8AC3E}">
        <p14:creationId xmlns:p14="http://schemas.microsoft.com/office/powerpoint/2010/main" val="2553397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A840EB-3CFA-940A-2662-B0EFFF9EEBA6}"/>
              </a:ext>
            </a:extLst>
          </p:cNvPr>
          <p:cNvSpPr>
            <a:spLocks noGrp="1"/>
          </p:cNvSpPr>
          <p:nvPr>
            <p:ph type="ctrTitle"/>
          </p:nvPr>
        </p:nvSpPr>
        <p:spPr/>
        <p:txBody>
          <a:bodyPr/>
          <a:lstStyle/>
          <a:p>
            <a:r>
              <a:rPr lang="en-ID" dirty="0"/>
              <a:t>OMNITAGS</a:t>
            </a:r>
            <a:endParaRPr lang="en-US" dirty="0"/>
          </a:p>
        </p:txBody>
      </p:sp>
      <p:sp>
        <p:nvSpPr>
          <p:cNvPr id="5" name="Subtitle 4">
            <a:extLst>
              <a:ext uri="{FF2B5EF4-FFF2-40B4-BE49-F238E27FC236}">
                <a16:creationId xmlns:a16="http://schemas.microsoft.com/office/drawing/2014/main" id="{FCAEBAAF-4043-FCD4-31CC-D0FE8E2F20DC}"/>
              </a:ext>
            </a:extLst>
          </p:cNvPr>
          <p:cNvSpPr>
            <a:spLocks noGrp="1"/>
          </p:cNvSpPr>
          <p:nvPr>
            <p:ph type="subTitle" idx="1"/>
          </p:nvPr>
        </p:nvSpPr>
        <p:spPr/>
        <p:txBody>
          <a:bodyPr/>
          <a:lstStyle/>
          <a:p>
            <a:r>
              <a:rPr lang="en-ID" dirty="0"/>
              <a:t>Omni = multiple use</a:t>
            </a:r>
          </a:p>
          <a:p>
            <a:r>
              <a:rPr lang="en-ID" dirty="0"/>
              <a:t>Tags = field</a:t>
            </a:r>
            <a:endParaRPr lang="en-US" dirty="0"/>
          </a:p>
        </p:txBody>
      </p:sp>
    </p:spTree>
    <p:extLst>
      <p:ext uri="{BB962C8B-B14F-4D97-AF65-F5344CB8AC3E}">
        <p14:creationId xmlns:p14="http://schemas.microsoft.com/office/powerpoint/2010/main" val="2759622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ADA1-0355-0645-8418-53B7C98011CF}"/>
              </a:ext>
            </a:extLst>
          </p:cNvPr>
          <p:cNvSpPr>
            <a:spLocks noGrp="1"/>
          </p:cNvSpPr>
          <p:nvPr>
            <p:ph type="title"/>
          </p:nvPr>
        </p:nvSpPr>
        <p:spPr/>
        <p:txBody>
          <a:bodyPr/>
          <a:lstStyle/>
          <a:p>
            <a:r>
              <a:rPr lang="en-ID" dirty="0"/>
              <a:t>How I found this technique</a:t>
            </a:r>
            <a:endParaRPr lang="en-US" dirty="0"/>
          </a:p>
        </p:txBody>
      </p:sp>
      <p:sp>
        <p:nvSpPr>
          <p:cNvPr id="3" name="Text Placeholder 2">
            <a:extLst>
              <a:ext uri="{FF2B5EF4-FFF2-40B4-BE49-F238E27FC236}">
                <a16:creationId xmlns:a16="http://schemas.microsoft.com/office/drawing/2014/main" id="{D43CC641-8D9D-1175-BE6A-7D15526543F3}"/>
              </a:ext>
            </a:extLst>
          </p:cNvPr>
          <p:cNvSpPr>
            <a:spLocks noGrp="1"/>
          </p:cNvSpPr>
          <p:nvPr>
            <p:ph type="body" idx="1"/>
          </p:nvPr>
        </p:nvSpPr>
        <p:spPr/>
        <p:txBody>
          <a:bodyPr/>
          <a:lstStyle/>
          <a:p>
            <a:r>
              <a:rPr lang="en-ID" dirty="0"/>
              <a:t>March – April 2024</a:t>
            </a:r>
            <a:endParaRPr lang="en-US" dirty="0"/>
          </a:p>
        </p:txBody>
      </p:sp>
    </p:spTree>
    <p:extLst>
      <p:ext uri="{BB962C8B-B14F-4D97-AF65-F5344CB8AC3E}">
        <p14:creationId xmlns:p14="http://schemas.microsoft.com/office/powerpoint/2010/main" val="652794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ADA1-0355-0645-8418-53B7C98011CF}"/>
              </a:ext>
            </a:extLst>
          </p:cNvPr>
          <p:cNvSpPr>
            <a:spLocks noGrp="1"/>
          </p:cNvSpPr>
          <p:nvPr>
            <p:ph type="title"/>
          </p:nvPr>
        </p:nvSpPr>
        <p:spPr/>
        <p:txBody>
          <a:bodyPr/>
          <a:lstStyle/>
          <a:p>
            <a:r>
              <a:rPr lang="en-ID" dirty="0"/>
              <a:t>Does this fix AGILE</a:t>
            </a:r>
            <a:endParaRPr lang="en-US" dirty="0"/>
          </a:p>
        </p:txBody>
      </p:sp>
      <p:sp>
        <p:nvSpPr>
          <p:cNvPr id="3" name="Text Placeholder 2">
            <a:extLst>
              <a:ext uri="{FF2B5EF4-FFF2-40B4-BE49-F238E27FC236}">
                <a16:creationId xmlns:a16="http://schemas.microsoft.com/office/drawing/2014/main" id="{D43CC641-8D9D-1175-BE6A-7D15526543F3}"/>
              </a:ext>
            </a:extLst>
          </p:cNvPr>
          <p:cNvSpPr>
            <a:spLocks noGrp="1"/>
          </p:cNvSpPr>
          <p:nvPr>
            <p:ph type="body" idx="1"/>
          </p:nvPr>
        </p:nvSpPr>
        <p:spPr/>
        <p:txBody>
          <a:bodyPr/>
          <a:lstStyle/>
          <a:p>
            <a:r>
              <a:rPr lang="en-ID" dirty="0"/>
              <a:t>March – April 2024</a:t>
            </a:r>
            <a:endParaRPr lang="en-US" dirty="0"/>
          </a:p>
        </p:txBody>
      </p:sp>
    </p:spTree>
    <p:extLst>
      <p:ext uri="{BB962C8B-B14F-4D97-AF65-F5344CB8AC3E}">
        <p14:creationId xmlns:p14="http://schemas.microsoft.com/office/powerpoint/2010/main" val="353494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B5B80-CDDB-1782-BE8C-DBC19B046C2D}"/>
              </a:ext>
            </a:extLst>
          </p:cNvPr>
          <p:cNvSpPr>
            <a:spLocks noGrp="1"/>
          </p:cNvSpPr>
          <p:nvPr>
            <p:ph type="title"/>
          </p:nvPr>
        </p:nvSpPr>
        <p:spPr/>
        <p:txBody>
          <a:bodyPr/>
          <a:lstStyle/>
          <a:p>
            <a:r>
              <a:rPr lang="en-ID" dirty="0"/>
              <a:t>The thing about the technique</a:t>
            </a:r>
            <a:endParaRPr lang="en-US" dirty="0"/>
          </a:p>
        </p:txBody>
      </p:sp>
      <p:sp>
        <p:nvSpPr>
          <p:cNvPr id="3" name="Text Placeholder 2">
            <a:extLst>
              <a:ext uri="{FF2B5EF4-FFF2-40B4-BE49-F238E27FC236}">
                <a16:creationId xmlns:a16="http://schemas.microsoft.com/office/drawing/2014/main" id="{801A0809-620A-F3BE-657D-DB10B80D340B}"/>
              </a:ext>
            </a:extLst>
          </p:cNvPr>
          <p:cNvSpPr>
            <a:spLocks noGrp="1"/>
          </p:cNvSpPr>
          <p:nvPr>
            <p:ph type="body" idx="1"/>
          </p:nvPr>
        </p:nvSpPr>
        <p:spPr/>
        <p:txBody>
          <a:bodyPr>
            <a:normAutofit fontScale="92500" lnSpcReduction="20000"/>
          </a:bodyPr>
          <a:lstStyle/>
          <a:p>
            <a:r>
              <a:rPr lang="en-ID" dirty="0"/>
              <a:t>It’s not found On (PER </a:t>
            </a:r>
            <a:r>
              <a:rPr lang="en-US" dirty="0"/>
              <a:t>June 2024</a:t>
            </a:r>
            <a:r>
              <a:rPr lang="en-ID" dirty="0"/>
              <a:t>):</a:t>
            </a:r>
          </a:p>
          <a:p>
            <a:pPr marL="457200" indent="-457200">
              <a:buAutoNum type="arabicPeriod"/>
            </a:pPr>
            <a:r>
              <a:rPr lang="en-ID" dirty="0"/>
              <a:t>Forum</a:t>
            </a:r>
          </a:p>
          <a:p>
            <a:pPr marL="457200" indent="-457200">
              <a:buAutoNum type="arabicPeriod"/>
            </a:pPr>
            <a:r>
              <a:rPr lang="en-ID" dirty="0"/>
              <a:t>Documentations</a:t>
            </a:r>
          </a:p>
          <a:p>
            <a:pPr marL="457200" indent="-457200">
              <a:buAutoNum type="arabicPeriod"/>
            </a:pPr>
            <a:r>
              <a:rPr lang="en-US" dirty="0" err="1"/>
              <a:t>Youtube</a:t>
            </a:r>
            <a:r>
              <a:rPr lang="en-US" dirty="0"/>
              <a:t> videos</a:t>
            </a:r>
          </a:p>
          <a:p>
            <a:pPr marL="457200" indent="-457200">
              <a:buAutoNum type="arabicPeriod"/>
            </a:pPr>
            <a:r>
              <a:rPr lang="en-US" dirty="0" err="1"/>
              <a:t>Chatgpt</a:t>
            </a:r>
            <a:r>
              <a:rPr lang="en-US" dirty="0"/>
              <a:t> (it even calls it unorthodox)</a:t>
            </a:r>
          </a:p>
        </p:txBody>
      </p:sp>
    </p:spTree>
    <p:extLst>
      <p:ext uri="{BB962C8B-B14F-4D97-AF65-F5344CB8AC3E}">
        <p14:creationId xmlns:p14="http://schemas.microsoft.com/office/powerpoint/2010/main" val="2163992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83D66F5-E510-7408-6E2A-DF718B4CBF3F}"/>
              </a:ext>
            </a:extLst>
          </p:cNvPr>
          <p:cNvSpPr>
            <a:spLocks noGrp="1"/>
          </p:cNvSpPr>
          <p:nvPr>
            <p:ph type="title"/>
          </p:nvPr>
        </p:nvSpPr>
        <p:spPr/>
        <p:txBody>
          <a:bodyPr/>
          <a:lstStyle/>
          <a:p>
            <a:r>
              <a:rPr lang="en-ID" dirty="0"/>
              <a:t>MOST SEARCHES AT THIS TIME</a:t>
            </a:r>
            <a:endParaRPr lang="en-US" dirty="0"/>
          </a:p>
        </p:txBody>
      </p:sp>
      <p:sp>
        <p:nvSpPr>
          <p:cNvPr id="5" name="Text Placeholder 4">
            <a:extLst>
              <a:ext uri="{FF2B5EF4-FFF2-40B4-BE49-F238E27FC236}">
                <a16:creationId xmlns:a16="http://schemas.microsoft.com/office/drawing/2014/main" id="{01175D82-9FC7-89D4-68BF-221E97DF50AA}"/>
              </a:ext>
            </a:extLst>
          </p:cNvPr>
          <p:cNvSpPr>
            <a:spLocks noGrp="1"/>
          </p:cNvSpPr>
          <p:nvPr>
            <p:ph type="body" idx="1"/>
          </p:nvPr>
        </p:nvSpPr>
        <p:spPr/>
        <p:txBody>
          <a:bodyPr/>
          <a:lstStyle/>
          <a:p>
            <a:r>
              <a:rPr lang="en-ID" dirty="0"/>
              <a:t>How to use</a:t>
            </a:r>
            <a:endParaRPr lang="en-US" dirty="0"/>
          </a:p>
        </p:txBody>
      </p:sp>
      <p:sp>
        <p:nvSpPr>
          <p:cNvPr id="17" name="Content Placeholder 16">
            <a:extLst>
              <a:ext uri="{FF2B5EF4-FFF2-40B4-BE49-F238E27FC236}">
                <a16:creationId xmlns:a16="http://schemas.microsoft.com/office/drawing/2014/main" id="{CEAF9B7C-E6C9-60ED-A3FB-BD57C8AD1212}"/>
              </a:ext>
            </a:extLst>
          </p:cNvPr>
          <p:cNvSpPr>
            <a:spLocks noGrp="1"/>
          </p:cNvSpPr>
          <p:nvPr>
            <p:ph sz="half" idx="2"/>
          </p:nvPr>
        </p:nvSpPr>
        <p:spPr/>
        <p:txBody>
          <a:bodyPr/>
          <a:lstStyle/>
          <a:p>
            <a:endParaRPr lang="en-US"/>
          </a:p>
        </p:txBody>
      </p:sp>
      <p:sp>
        <p:nvSpPr>
          <p:cNvPr id="18" name="Text Placeholder 17">
            <a:extLst>
              <a:ext uri="{FF2B5EF4-FFF2-40B4-BE49-F238E27FC236}">
                <a16:creationId xmlns:a16="http://schemas.microsoft.com/office/drawing/2014/main" id="{51E281BF-4F65-CFEC-B09A-F63F65228944}"/>
              </a:ext>
            </a:extLst>
          </p:cNvPr>
          <p:cNvSpPr>
            <a:spLocks noGrp="1"/>
          </p:cNvSpPr>
          <p:nvPr>
            <p:ph type="body" sz="quarter" idx="3"/>
          </p:nvPr>
        </p:nvSpPr>
        <p:spPr/>
        <p:txBody>
          <a:bodyPr/>
          <a:lstStyle/>
          <a:p>
            <a:r>
              <a:rPr lang="en-ID" dirty="0"/>
              <a:t>HOW TO CREATE ENVIRONMENT VARIABLES</a:t>
            </a:r>
            <a:endParaRPr lang="en-US" dirty="0"/>
          </a:p>
        </p:txBody>
      </p:sp>
      <p:pic>
        <p:nvPicPr>
          <p:cNvPr id="15" name="Picture Placeholder 14">
            <a:extLst>
              <a:ext uri="{FF2B5EF4-FFF2-40B4-BE49-F238E27FC236}">
                <a16:creationId xmlns:a16="http://schemas.microsoft.com/office/drawing/2014/main" id="{C2F4F9F6-8D90-5294-F2D9-D89FB7337C82}"/>
              </a:ext>
            </a:extLst>
          </p:cNvPr>
          <p:cNvPicPr>
            <a:picLocks noGrp="1" noChangeAspect="1"/>
          </p:cNvPicPr>
          <p:nvPr>
            <p:ph sz="quarter" idx="4"/>
          </p:nvPr>
        </p:nvPicPr>
        <p:blipFill>
          <a:blip r:embed="rId2"/>
          <a:stretch/>
        </p:blipFill>
        <p:spPr>
          <a:xfrm>
            <a:off x="6541239" y="3179763"/>
            <a:ext cx="4159359" cy="2840037"/>
          </a:xfrm>
        </p:spPr>
      </p:pic>
    </p:spTree>
    <p:extLst>
      <p:ext uri="{BB962C8B-B14F-4D97-AF65-F5344CB8AC3E}">
        <p14:creationId xmlns:p14="http://schemas.microsoft.com/office/powerpoint/2010/main" val="974327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D3098-094D-6EEE-8E86-051207680B93}"/>
              </a:ext>
            </a:extLst>
          </p:cNvPr>
          <p:cNvSpPr>
            <a:spLocks noGrp="1"/>
          </p:cNvSpPr>
          <p:nvPr>
            <p:ph type="title"/>
          </p:nvPr>
        </p:nvSpPr>
        <p:spPr/>
        <p:txBody>
          <a:bodyPr/>
          <a:lstStyle/>
          <a:p>
            <a:r>
              <a:rPr lang="en-ID" dirty="0" err="1"/>
              <a:t>Omnitags</a:t>
            </a:r>
            <a:endParaRPr lang="en-US" dirty="0"/>
          </a:p>
        </p:txBody>
      </p:sp>
      <p:sp>
        <p:nvSpPr>
          <p:cNvPr id="5" name="Text Placeholder 4">
            <a:extLst>
              <a:ext uri="{FF2B5EF4-FFF2-40B4-BE49-F238E27FC236}">
                <a16:creationId xmlns:a16="http://schemas.microsoft.com/office/drawing/2014/main" id="{1865AB5F-9815-093B-6E53-3817DC396671}"/>
              </a:ext>
            </a:extLst>
          </p:cNvPr>
          <p:cNvSpPr>
            <a:spLocks noGrp="1"/>
          </p:cNvSpPr>
          <p:nvPr>
            <p:ph idx="1"/>
          </p:nvPr>
        </p:nvSpPr>
        <p:spPr/>
        <p:txBody>
          <a:bodyPr>
            <a:normAutofit/>
          </a:bodyPr>
          <a:lstStyle/>
          <a:p>
            <a:pPr marL="457200" indent="-457200">
              <a:buAutoNum type="arabicPeriod"/>
            </a:pPr>
            <a:r>
              <a:rPr lang="en-ID" dirty="0"/>
              <a:t>Encapsulation is key</a:t>
            </a:r>
          </a:p>
          <a:p>
            <a:pPr marL="457200" indent="-457200">
              <a:buAutoNum type="arabicPeriod"/>
            </a:pPr>
            <a:r>
              <a:rPr lang="en-US" dirty="0"/>
              <a:t>The keys can be modified (total control)</a:t>
            </a:r>
          </a:p>
          <a:p>
            <a:pPr marL="457200" indent="-457200">
              <a:buAutoNum type="arabicPeriod"/>
            </a:pPr>
            <a:r>
              <a:rPr lang="en-US" dirty="0"/>
              <a:t>Can be combined with routes</a:t>
            </a:r>
          </a:p>
          <a:p>
            <a:pPr marL="457200" indent="-457200">
              <a:buAutoNum type="arabicPeriod"/>
            </a:pPr>
            <a:r>
              <a:rPr lang="en-US" dirty="0"/>
              <a:t>Input once, </a:t>
            </a:r>
            <a:r>
              <a:rPr lang="en-US" dirty="0" err="1"/>
              <a:t>mvc</a:t>
            </a:r>
            <a:r>
              <a:rPr lang="en-US" dirty="0"/>
              <a:t> done</a:t>
            </a:r>
          </a:p>
          <a:p>
            <a:pPr marL="457200" indent="-457200">
              <a:buAutoNum type="arabicPeriod"/>
            </a:pPr>
            <a:r>
              <a:rPr lang="en-US" dirty="0"/>
              <a:t>Less Hardcode, More </a:t>
            </a:r>
            <a:r>
              <a:rPr lang="en-US" dirty="0" err="1"/>
              <a:t>Softcode</a:t>
            </a:r>
            <a:endParaRPr lang="en-US" dirty="0"/>
          </a:p>
          <a:p>
            <a:pPr marL="457200" indent="-457200">
              <a:buAutoNum type="arabicPeriod"/>
            </a:pPr>
            <a:r>
              <a:rPr lang="en-US" dirty="0"/>
              <a:t>More agile</a:t>
            </a:r>
          </a:p>
        </p:txBody>
      </p:sp>
    </p:spTree>
    <p:extLst>
      <p:ext uri="{BB962C8B-B14F-4D97-AF65-F5344CB8AC3E}">
        <p14:creationId xmlns:p14="http://schemas.microsoft.com/office/powerpoint/2010/main" val="3744338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D3098-094D-6EEE-8E86-051207680B93}"/>
              </a:ext>
            </a:extLst>
          </p:cNvPr>
          <p:cNvSpPr>
            <a:spLocks noGrp="1"/>
          </p:cNvSpPr>
          <p:nvPr>
            <p:ph type="title"/>
          </p:nvPr>
        </p:nvSpPr>
        <p:spPr/>
        <p:txBody>
          <a:bodyPr/>
          <a:lstStyle/>
          <a:p>
            <a:r>
              <a:rPr lang="en-ID" dirty="0"/>
              <a:t>What </a:t>
            </a:r>
            <a:r>
              <a:rPr lang="en-ID" dirty="0" err="1"/>
              <a:t>Omnitags</a:t>
            </a:r>
            <a:r>
              <a:rPr lang="en-ID" dirty="0"/>
              <a:t> does</a:t>
            </a:r>
            <a:endParaRPr lang="en-US" dirty="0"/>
          </a:p>
        </p:txBody>
      </p:sp>
      <p:sp>
        <p:nvSpPr>
          <p:cNvPr id="5" name="Text Placeholder 4">
            <a:extLst>
              <a:ext uri="{FF2B5EF4-FFF2-40B4-BE49-F238E27FC236}">
                <a16:creationId xmlns:a16="http://schemas.microsoft.com/office/drawing/2014/main" id="{1865AB5F-9815-093B-6E53-3817DC396671}"/>
              </a:ext>
            </a:extLst>
          </p:cNvPr>
          <p:cNvSpPr>
            <a:spLocks noGrp="1"/>
          </p:cNvSpPr>
          <p:nvPr>
            <p:ph idx="1"/>
          </p:nvPr>
        </p:nvSpPr>
        <p:spPr/>
        <p:txBody>
          <a:bodyPr>
            <a:normAutofit/>
          </a:bodyPr>
          <a:lstStyle/>
          <a:p>
            <a:pPr marL="457200" indent="-457200">
              <a:buAutoNum type="arabicPeriod"/>
            </a:pPr>
            <a:r>
              <a:rPr lang="en-ID" dirty="0"/>
              <a:t>Make project initiation by estimation from 5 to 10 times faster</a:t>
            </a:r>
          </a:p>
          <a:p>
            <a:pPr marL="457200" indent="-457200">
              <a:buAutoNum type="arabicPeriod"/>
            </a:pPr>
            <a:r>
              <a:rPr lang="en-ID" dirty="0"/>
              <a:t>Encouraging a lot of Agility in SDLC (Software Development Life Cycle)</a:t>
            </a:r>
          </a:p>
          <a:p>
            <a:pPr marL="457200" indent="-457200">
              <a:buAutoNum type="arabicPeriod"/>
            </a:pPr>
            <a:r>
              <a:rPr lang="en-ID" dirty="0"/>
              <a:t>More problem solving than finding the problem itself</a:t>
            </a:r>
          </a:p>
          <a:p>
            <a:pPr marL="457200" indent="-457200">
              <a:buAutoNum type="arabicPeriod"/>
            </a:pPr>
            <a:r>
              <a:rPr lang="en-US" dirty="0"/>
              <a:t>Making variables names more consistent</a:t>
            </a:r>
          </a:p>
          <a:p>
            <a:pPr marL="457200" indent="-457200">
              <a:buAutoNum type="arabicPeriod"/>
            </a:pPr>
            <a:r>
              <a:rPr lang="en-US" dirty="0"/>
              <a:t>Making app could scale up and down as needed</a:t>
            </a:r>
          </a:p>
        </p:txBody>
      </p:sp>
    </p:spTree>
    <p:extLst>
      <p:ext uri="{BB962C8B-B14F-4D97-AF65-F5344CB8AC3E}">
        <p14:creationId xmlns:p14="http://schemas.microsoft.com/office/powerpoint/2010/main" val="2127149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CAD8-593F-27A2-69E2-B898BCE7386F}"/>
              </a:ext>
            </a:extLst>
          </p:cNvPr>
          <p:cNvSpPr>
            <a:spLocks noGrp="1"/>
          </p:cNvSpPr>
          <p:nvPr>
            <p:ph type="title"/>
          </p:nvPr>
        </p:nvSpPr>
        <p:spPr/>
        <p:txBody>
          <a:bodyPr/>
          <a:lstStyle/>
          <a:p>
            <a:r>
              <a:rPr lang="en-ID" dirty="0"/>
              <a:t>About </a:t>
            </a:r>
            <a:r>
              <a:rPr lang="en-ID" dirty="0">
                <a:hlinkClick r:id="rId2"/>
              </a:rPr>
              <a:t>hotelkhenjy.com</a:t>
            </a:r>
            <a:endParaRPr lang="en-US" dirty="0"/>
          </a:p>
        </p:txBody>
      </p:sp>
      <p:sp>
        <p:nvSpPr>
          <p:cNvPr id="4" name="Content Placeholder 3">
            <a:extLst>
              <a:ext uri="{FF2B5EF4-FFF2-40B4-BE49-F238E27FC236}">
                <a16:creationId xmlns:a16="http://schemas.microsoft.com/office/drawing/2014/main" id="{2F0A4916-1112-C8BB-D52D-1AC602B21A50}"/>
              </a:ext>
            </a:extLst>
          </p:cNvPr>
          <p:cNvSpPr>
            <a:spLocks noGrp="1"/>
          </p:cNvSpPr>
          <p:nvPr>
            <p:ph sz="half" idx="1"/>
          </p:nvPr>
        </p:nvSpPr>
        <p:spPr/>
        <p:txBody>
          <a:bodyPr/>
          <a:lstStyle/>
          <a:p>
            <a:r>
              <a:rPr lang="en-ID" dirty="0"/>
              <a:t>Started as a project for Semester 3 PWEB</a:t>
            </a:r>
          </a:p>
          <a:p>
            <a:r>
              <a:rPr lang="en-ID" dirty="0"/>
              <a:t>Turned into a research project for backend</a:t>
            </a:r>
          </a:p>
          <a:p>
            <a:r>
              <a:rPr lang="en-ID" dirty="0"/>
              <a:t>Visit on hotelkhenjy.com</a:t>
            </a:r>
          </a:p>
          <a:p>
            <a:r>
              <a:rPr lang="en-ID" dirty="0"/>
              <a:t>Made using </a:t>
            </a:r>
            <a:r>
              <a:rPr lang="en-ID" dirty="0" err="1"/>
              <a:t>Codeigniter</a:t>
            </a:r>
            <a:r>
              <a:rPr lang="en-ID" dirty="0"/>
              <a:t> 3 and MySQL</a:t>
            </a:r>
          </a:p>
        </p:txBody>
      </p:sp>
      <p:pic>
        <p:nvPicPr>
          <p:cNvPr id="13" name="Content Placeholder 12">
            <a:extLst>
              <a:ext uri="{FF2B5EF4-FFF2-40B4-BE49-F238E27FC236}">
                <a16:creationId xmlns:a16="http://schemas.microsoft.com/office/drawing/2014/main" id="{5DF60CB1-A315-3810-09D5-34CD00270FE7}"/>
              </a:ext>
            </a:extLst>
          </p:cNvPr>
          <p:cNvPicPr>
            <a:picLocks noGrp="1" noChangeAspect="1"/>
          </p:cNvPicPr>
          <p:nvPr>
            <p:ph sz="half" idx="2"/>
          </p:nvPr>
        </p:nvPicPr>
        <p:blipFill>
          <a:blip r:embed="rId3"/>
          <a:stretch>
            <a:fillRect/>
          </a:stretch>
        </p:blipFill>
        <p:spPr>
          <a:xfrm>
            <a:off x="6208713" y="3186624"/>
            <a:ext cx="4824412" cy="2250051"/>
          </a:xfrm>
        </p:spPr>
      </p:pic>
    </p:spTree>
    <p:extLst>
      <p:ext uri="{BB962C8B-B14F-4D97-AF65-F5344CB8AC3E}">
        <p14:creationId xmlns:p14="http://schemas.microsoft.com/office/powerpoint/2010/main" val="2751737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A840EB-3CFA-940A-2662-B0EFFF9EEBA6}"/>
              </a:ext>
            </a:extLst>
          </p:cNvPr>
          <p:cNvSpPr>
            <a:spLocks noGrp="1"/>
          </p:cNvSpPr>
          <p:nvPr>
            <p:ph type="ctrTitle"/>
          </p:nvPr>
        </p:nvSpPr>
        <p:spPr/>
        <p:txBody>
          <a:bodyPr/>
          <a:lstStyle/>
          <a:p>
            <a:r>
              <a:rPr lang="en-ID" dirty="0"/>
              <a:t>DEMO</a:t>
            </a:r>
            <a:endParaRPr lang="en-US" dirty="0"/>
          </a:p>
        </p:txBody>
      </p:sp>
      <p:sp>
        <p:nvSpPr>
          <p:cNvPr id="5" name="Subtitle 4">
            <a:extLst>
              <a:ext uri="{FF2B5EF4-FFF2-40B4-BE49-F238E27FC236}">
                <a16:creationId xmlns:a16="http://schemas.microsoft.com/office/drawing/2014/main" id="{FCAEBAAF-4043-FCD4-31CC-D0FE8E2F20DC}"/>
              </a:ext>
            </a:extLst>
          </p:cNvPr>
          <p:cNvSpPr>
            <a:spLocks noGrp="1"/>
          </p:cNvSpPr>
          <p:nvPr>
            <p:ph type="subTitle" idx="1"/>
          </p:nvPr>
        </p:nvSpPr>
        <p:spPr/>
        <p:txBody>
          <a:bodyPr/>
          <a:lstStyle/>
          <a:p>
            <a:r>
              <a:rPr lang="en-ID" dirty="0"/>
              <a:t>VSCODE + WEBSITE + PHPMYADMIN + postman</a:t>
            </a:r>
            <a:endParaRPr lang="en-US" dirty="0"/>
          </a:p>
        </p:txBody>
      </p:sp>
    </p:spTree>
    <p:extLst>
      <p:ext uri="{BB962C8B-B14F-4D97-AF65-F5344CB8AC3E}">
        <p14:creationId xmlns:p14="http://schemas.microsoft.com/office/powerpoint/2010/main" val="2706379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A840EB-3CFA-940A-2662-B0EFFF9EEBA6}"/>
              </a:ext>
            </a:extLst>
          </p:cNvPr>
          <p:cNvSpPr>
            <a:spLocks noGrp="1"/>
          </p:cNvSpPr>
          <p:nvPr>
            <p:ph type="ctrTitle"/>
          </p:nvPr>
        </p:nvSpPr>
        <p:spPr/>
        <p:txBody>
          <a:bodyPr/>
          <a:lstStyle/>
          <a:p>
            <a:r>
              <a:rPr lang="en-ID" dirty="0"/>
              <a:t>EXPLANATION</a:t>
            </a:r>
            <a:endParaRPr lang="en-US" dirty="0"/>
          </a:p>
        </p:txBody>
      </p:sp>
      <p:sp>
        <p:nvSpPr>
          <p:cNvPr id="5" name="Subtitle 4">
            <a:extLst>
              <a:ext uri="{FF2B5EF4-FFF2-40B4-BE49-F238E27FC236}">
                <a16:creationId xmlns:a16="http://schemas.microsoft.com/office/drawing/2014/main" id="{FCAEBAAF-4043-FCD4-31CC-D0FE8E2F20DC}"/>
              </a:ext>
            </a:extLst>
          </p:cNvPr>
          <p:cNvSpPr>
            <a:spLocks noGrp="1"/>
          </p:cNvSpPr>
          <p:nvPr>
            <p:ph type="subTitle" idx="1"/>
          </p:nvPr>
        </p:nvSpPr>
        <p:spPr/>
        <p:txBody>
          <a:bodyPr/>
          <a:lstStyle/>
          <a:p>
            <a:r>
              <a:rPr lang="en-ID" dirty="0"/>
              <a:t>HOW OMNITAGS EVEN WORK?</a:t>
            </a:r>
            <a:endParaRPr lang="en-US" dirty="0"/>
          </a:p>
        </p:txBody>
      </p:sp>
    </p:spTree>
    <p:extLst>
      <p:ext uri="{BB962C8B-B14F-4D97-AF65-F5344CB8AC3E}">
        <p14:creationId xmlns:p14="http://schemas.microsoft.com/office/powerpoint/2010/main" val="461174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0C69-7711-B43E-DB90-5F6FCA8887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69CFF4-230F-058E-75D8-CAAF8BA8482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44738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F8A81-B6AE-4BFA-4DDF-EBE610E78532}"/>
              </a:ext>
            </a:extLst>
          </p:cNvPr>
          <p:cNvSpPr>
            <a:spLocks noGrp="1"/>
          </p:cNvSpPr>
          <p:nvPr>
            <p:ph type="title"/>
          </p:nvPr>
        </p:nvSpPr>
        <p:spPr/>
        <p:txBody>
          <a:bodyPr/>
          <a:lstStyle/>
          <a:p>
            <a:r>
              <a:rPr lang="en-ID" dirty="0"/>
              <a:t>Acknowledgements</a:t>
            </a:r>
            <a:endParaRPr lang="en-US" dirty="0"/>
          </a:p>
        </p:txBody>
      </p:sp>
      <p:sp>
        <p:nvSpPr>
          <p:cNvPr id="3" name="Content Placeholder 2">
            <a:extLst>
              <a:ext uri="{FF2B5EF4-FFF2-40B4-BE49-F238E27FC236}">
                <a16:creationId xmlns:a16="http://schemas.microsoft.com/office/drawing/2014/main" id="{3CF81F68-4880-1E2D-4930-28C857A57D40}"/>
              </a:ext>
            </a:extLst>
          </p:cNvPr>
          <p:cNvSpPr>
            <a:spLocks noGrp="1"/>
          </p:cNvSpPr>
          <p:nvPr>
            <p:ph idx="1"/>
          </p:nvPr>
        </p:nvSpPr>
        <p:spPr/>
        <p:txBody>
          <a:bodyPr>
            <a:normAutofit fontScale="92500" lnSpcReduction="20000"/>
          </a:bodyPr>
          <a:lstStyle/>
          <a:p>
            <a:r>
              <a:rPr lang="en-US" dirty="0" err="1"/>
              <a:t>Yodi</a:t>
            </a:r>
            <a:r>
              <a:rPr lang="en-US" dirty="0"/>
              <a:t>. </a:t>
            </a:r>
            <a:r>
              <a:rPr lang="en-US" dirty="0" err="1"/>
              <a:t>S.Kom</a:t>
            </a:r>
            <a:r>
              <a:rPr lang="en-US" dirty="0"/>
              <a:t>., M.S.I</a:t>
            </a:r>
          </a:p>
          <a:p>
            <a:pPr lvl="1"/>
            <a:r>
              <a:rPr lang="en-US" dirty="0"/>
              <a:t>For initiating the library project</a:t>
            </a:r>
          </a:p>
          <a:p>
            <a:r>
              <a:rPr lang="en-US" dirty="0" err="1"/>
              <a:t>Ehren</a:t>
            </a:r>
            <a:r>
              <a:rPr lang="en-US" dirty="0"/>
              <a:t> </a:t>
            </a:r>
            <a:r>
              <a:rPr lang="en-US" dirty="0" err="1"/>
              <a:t>Visteano</a:t>
            </a:r>
            <a:endParaRPr lang="en-US" dirty="0"/>
          </a:p>
          <a:p>
            <a:pPr lvl="1"/>
            <a:r>
              <a:rPr lang="en-US" dirty="0"/>
              <a:t>For inviting me to join the library project</a:t>
            </a:r>
          </a:p>
          <a:p>
            <a:r>
              <a:rPr lang="en-US" dirty="0"/>
              <a:t>Williams</a:t>
            </a:r>
          </a:p>
          <a:p>
            <a:pPr lvl="1"/>
            <a:r>
              <a:rPr lang="en-US" dirty="0"/>
              <a:t>For teaching me how to use POSTMAN</a:t>
            </a:r>
          </a:p>
          <a:p>
            <a:r>
              <a:rPr lang="en-US" dirty="0"/>
              <a:t>Yuriko, Erwin, and other teammates</a:t>
            </a:r>
          </a:p>
          <a:p>
            <a:pPr lvl="1"/>
            <a:r>
              <a:rPr lang="en-US" dirty="0"/>
              <a:t>For supporting me during the library project</a:t>
            </a:r>
          </a:p>
          <a:p>
            <a:r>
              <a:rPr lang="en-US" dirty="0"/>
              <a:t>ChatGPT</a:t>
            </a:r>
          </a:p>
          <a:p>
            <a:pPr lvl="1"/>
            <a:r>
              <a:rPr lang="en-US" dirty="0"/>
              <a:t>For making this research possible</a:t>
            </a:r>
          </a:p>
        </p:txBody>
      </p:sp>
    </p:spTree>
    <p:extLst>
      <p:ext uri="{BB962C8B-B14F-4D97-AF65-F5344CB8AC3E}">
        <p14:creationId xmlns:p14="http://schemas.microsoft.com/office/powerpoint/2010/main" val="3331826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5B98D-FB30-CF3B-6D2E-EAB793E5ED4E}"/>
              </a:ext>
            </a:extLst>
          </p:cNvPr>
          <p:cNvSpPr>
            <a:spLocks noGrp="1"/>
          </p:cNvSpPr>
          <p:nvPr>
            <p:ph type="title"/>
          </p:nvPr>
        </p:nvSpPr>
        <p:spPr/>
        <p:txBody>
          <a:bodyPr/>
          <a:lstStyle/>
          <a:p>
            <a:r>
              <a:rPr lang="en-ID" dirty="0"/>
              <a:t>References</a:t>
            </a:r>
            <a:endParaRPr lang="en-US" dirty="0"/>
          </a:p>
        </p:txBody>
      </p:sp>
      <p:sp>
        <p:nvSpPr>
          <p:cNvPr id="5" name="Content Placeholder 4">
            <a:extLst>
              <a:ext uri="{FF2B5EF4-FFF2-40B4-BE49-F238E27FC236}">
                <a16:creationId xmlns:a16="http://schemas.microsoft.com/office/drawing/2014/main" id="{97B1B310-2FDC-EE9A-95BD-007709F33CA7}"/>
              </a:ext>
            </a:extLst>
          </p:cNvPr>
          <p:cNvSpPr>
            <a:spLocks noGrp="1"/>
          </p:cNvSpPr>
          <p:nvPr>
            <p:ph idx="1"/>
          </p:nvPr>
        </p:nvSpPr>
        <p:spPr/>
        <p:txBody>
          <a:bodyPr/>
          <a:lstStyle/>
          <a:p>
            <a:r>
              <a:rPr lang="en-US" dirty="0">
                <a:hlinkClick r:id="rId2"/>
              </a:rPr>
              <a:t>https://techcrunch.com/2021/08/18/api-platform-postman-valued-at-5-6-billion-in-225-million-fundraise/</a:t>
            </a:r>
            <a:endParaRPr lang="en-US" dirty="0"/>
          </a:p>
          <a:p>
            <a:r>
              <a:rPr lang="en-US" dirty="0">
                <a:hlinkClick r:id="rId3"/>
              </a:rPr>
              <a:t>https://codeigniter.com/userguide3/general/welcome.html</a:t>
            </a:r>
            <a:endParaRPr lang="en-US" dirty="0"/>
          </a:p>
          <a:p>
            <a:endParaRPr lang="en-US" dirty="0"/>
          </a:p>
        </p:txBody>
      </p:sp>
    </p:spTree>
    <p:extLst>
      <p:ext uri="{BB962C8B-B14F-4D97-AF65-F5344CB8AC3E}">
        <p14:creationId xmlns:p14="http://schemas.microsoft.com/office/powerpoint/2010/main" val="1263280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363AF0-2539-0494-BCBF-27E38DAB2B05}"/>
              </a:ext>
            </a:extLst>
          </p:cNvPr>
          <p:cNvSpPr>
            <a:spLocks noGrp="1"/>
          </p:cNvSpPr>
          <p:nvPr>
            <p:ph type="title"/>
          </p:nvPr>
        </p:nvSpPr>
        <p:spPr/>
        <p:txBody>
          <a:bodyPr/>
          <a:lstStyle/>
          <a:p>
            <a:r>
              <a:rPr lang="en-ID" dirty="0"/>
              <a:t>Programming is a skill best acquired by practice and example rather than books</a:t>
            </a:r>
            <a:endParaRPr lang="en-US" dirty="0"/>
          </a:p>
        </p:txBody>
      </p:sp>
      <p:sp>
        <p:nvSpPr>
          <p:cNvPr id="6" name="Text Placeholder 5">
            <a:extLst>
              <a:ext uri="{FF2B5EF4-FFF2-40B4-BE49-F238E27FC236}">
                <a16:creationId xmlns:a16="http://schemas.microsoft.com/office/drawing/2014/main" id="{CB2564CE-D0AA-1E3C-DA6B-A2D0BD032D75}"/>
              </a:ext>
            </a:extLst>
          </p:cNvPr>
          <p:cNvSpPr>
            <a:spLocks noGrp="1"/>
          </p:cNvSpPr>
          <p:nvPr>
            <p:ph type="body" sz="half" idx="13"/>
          </p:nvPr>
        </p:nvSpPr>
        <p:spPr/>
        <p:txBody>
          <a:bodyPr/>
          <a:lstStyle/>
          <a:p>
            <a:r>
              <a:rPr lang="en-ID" dirty="0"/>
              <a:t>Alan Turing</a:t>
            </a:r>
            <a:endParaRPr lang="en-US" dirty="0"/>
          </a:p>
        </p:txBody>
      </p:sp>
      <p:sp>
        <p:nvSpPr>
          <p:cNvPr id="5" name="Text Placeholder 4">
            <a:extLst>
              <a:ext uri="{FF2B5EF4-FFF2-40B4-BE49-F238E27FC236}">
                <a16:creationId xmlns:a16="http://schemas.microsoft.com/office/drawing/2014/main" id="{99ED3CE9-161B-E1E2-B3EA-63AC7F840FFD}"/>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990242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AD98AF-381B-EF4E-3162-D9C321C3D5AA}"/>
              </a:ext>
            </a:extLst>
          </p:cNvPr>
          <p:cNvSpPr>
            <a:spLocks noGrp="1"/>
          </p:cNvSpPr>
          <p:nvPr>
            <p:ph type="title"/>
          </p:nvPr>
        </p:nvSpPr>
        <p:spPr/>
        <p:txBody>
          <a:bodyPr/>
          <a:lstStyle/>
          <a:p>
            <a:r>
              <a:rPr lang="en-ID" dirty="0"/>
              <a:t>Thank You</a:t>
            </a:r>
            <a:endParaRPr lang="en-US" dirty="0"/>
          </a:p>
        </p:txBody>
      </p:sp>
      <p:sp>
        <p:nvSpPr>
          <p:cNvPr id="7" name="Subtitle 6">
            <a:extLst>
              <a:ext uri="{FF2B5EF4-FFF2-40B4-BE49-F238E27FC236}">
                <a16:creationId xmlns:a16="http://schemas.microsoft.com/office/drawing/2014/main" id="{C2778EAF-DAA3-A112-31E3-B7F7DA35AFD6}"/>
              </a:ext>
            </a:extLst>
          </p:cNvPr>
          <p:cNvSpPr>
            <a:spLocks noGrp="1"/>
          </p:cNvSpPr>
          <p:nvPr>
            <p:ph type="body" idx="1"/>
          </p:nvPr>
        </p:nvSpPr>
        <p:spPr/>
        <p:txBody>
          <a:bodyPr/>
          <a:lstStyle/>
          <a:p>
            <a:r>
              <a:rPr lang="en-ID" dirty="0"/>
              <a:t>khenjyjohnelson123@uvers.ac.id</a:t>
            </a:r>
            <a:endParaRPr lang="en-US" dirty="0"/>
          </a:p>
        </p:txBody>
      </p:sp>
    </p:spTree>
    <p:extLst>
      <p:ext uri="{BB962C8B-B14F-4D97-AF65-F5344CB8AC3E}">
        <p14:creationId xmlns:p14="http://schemas.microsoft.com/office/powerpoint/2010/main" val="3252020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1604</TotalTime>
  <Words>770</Words>
  <Application>Microsoft Office PowerPoint</Application>
  <PresentationFormat>Widescreen</PresentationFormat>
  <Paragraphs>112</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Poppy</vt:lpstr>
      <vt:lpstr>Arial</vt:lpstr>
      <vt:lpstr>Century Gothic</vt:lpstr>
      <vt:lpstr>Lato</vt:lpstr>
      <vt:lpstr>Wingdings 3</vt:lpstr>
      <vt:lpstr>Ion Boardroom</vt:lpstr>
      <vt:lpstr>Omnitags Theory Implementing POSTMAN Environment to Make Dynamic Fields</vt:lpstr>
      <vt:lpstr>PROTECTED BY CC BY-NC-SA 4.0</vt:lpstr>
      <vt:lpstr>DICTIONARY</vt:lpstr>
      <vt:lpstr>About Me</vt:lpstr>
      <vt:lpstr>What will be discussed</vt:lpstr>
      <vt:lpstr>Timeline: The background</vt:lpstr>
      <vt:lpstr>Timeline: The discovery</vt:lpstr>
      <vt:lpstr>Timeline: The results</vt:lpstr>
      <vt:lpstr>Overview</vt:lpstr>
      <vt:lpstr>Most programming techniques</vt:lpstr>
      <vt:lpstr>Programmers are not just keyboard typers</vt:lpstr>
      <vt:lpstr>OMNITAGS</vt:lpstr>
      <vt:lpstr>How I found this technique</vt:lpstr>
      <vt:lpstr>Does this fix AGILE</vt:lpstr>
      <vt:lpstr>The thing about the technique</vt:lpstr>
      <vt:lpstr>MOST SEARCHES AT THIS TIME</vt:lpstr>
      <vt:lpstr>Omnitags</vt:lpstr>
      <vt:lpstr>What Omnitags does</vt:lpstr>
      <vt:lpstr>About hotelkhenjy.com</vt:lpstr>
      <vt:lpstr>DEMO</vt:lpstr>
      <vt:lpstr>EXPLANATION</vt:lpstr>
      <vt:lpstr>PowerPoint Presentation</vt:lpstr>
      <vt:lpstr>Acknowledgements</vt:lpstr>
      <vt:lpstr>References</vt:lpstr>
      <vt:lpstr>Programming is a skill best acquired by practice and example rather than books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4</cp:revision>
  <dcterms:created xsi:type="dcterms:W3CDTF">2024-06-21T09:16:19Z</dcterms:created>
  <dcterms:modified xsi:type="dcterms:W3CDTF">2024-07-05T13:58:59Z</dcterms:modified>
</cp:coreProperties>
</file>